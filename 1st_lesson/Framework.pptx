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AFAB82-1656-4381-8459-03A5CF29C56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68374E-CCFB-4F7D-AFA5-B8897BC205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428D38-585D-471C-BD38-6DCA28D6DA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129407-7579-4EAD-9B1F-890B4953EE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29746C-1171-4EDB-A327-65E7CD61B7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849AD5-AB8D-4E4E-A1F0-AB5859710E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CB3219-C8F2-4713-B83E-5243ABBD20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9A343C-9939-44EC-B3FF-A8C24FC7A2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CDC88C-F512-418F-9FC1-07DAE54AA8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81BF14-31B9-4633-9EA3-E3F1F368C6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9ED289-873F-4D33-80F3-D4246E68409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A179B0-B341-48E6-AC45-30C1A20ED7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7DB14EF-B687-44A5-BF8B-2543EB87934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High performance analysis framework</a:t>
            </a:r>
            <a:endParaRPr b="0" lang="en-US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504000" y="1249560"/>
            <a:ext cx="9071640" cy="343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Step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i="1" lang="en-US" sz="2200" spc="-1" strike="noStrike">
                <a:solidFill>
                  <a:srgbClr val="000000"/>
                </a:solidFill>
                <a:latin typeface="Arial"/>
              </a:rPr>
              <a:t>Loader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function (association with transduction in sensory systems)</a:t>
            </a:r>
            <a:br>
              <a:rPr sz="2200"/>
            </a:b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Step 2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i="1" lang="en-US" sz="2200" spc="-1" strike="noStrike">
                <a:solidFill>
                  <a:srgbClr val="000000"/>
                </a:solidFill>
                <a:latin typeface="Arial"/>
              </a:rPr>
              <a:t>Filtering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/pre-processing – keep the irrelevant information out</a:t>
            </a:r>
            <a:br>
              <a:rPr sz="2200"/>
            </a:b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Step 3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i="1" lang="en-US" sz="2200" spc="-1" strike="noStrike">
                <a:solidFill>
                  <a:srgbClr val="000000"/>
                </a:solidFill>
                <a:latin typeface="Arial"/>
              </a:rPr>
              <a:t>Formatting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 – categorical analysis of the data</a:t>
            </a:r>
            <a:br>
              <a:rPr sz="2200"/>
            </a:b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buNone/>
            </a:pP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Step 4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i="1" lang="en-US" sz="2200" spc="-1" strike="noStrike">
                <a:solidFill>
                  <a:srgbClr val="000000"/>
                </a:solidFill>
                <a:latin typeface="Arial"/>
              </a:rPr>
              <a:t>Computations</a:t>
            </a:r>
            <a:br>
              <a:rPr sz="2200"/>
            </a:br>
            <a:br>
              <a:rPr sz="2200"/>
            </a:br>
            <a:r>
              <a:rPr b="1" lang="en-US" sz="2200" spc="-1" strike="noStrike">
                <a:solidFill>
                  <a:srgbClr val="000000"/>
                </a:solidFill>
                <a:latin typeface="Arial"/>
              </a:rPr>
              <a:t>Step 5</a:t>
            </a:r>
            <a:r>
              <a:rPr b="0" lang="en-US" sz="2200" spc="-1" strike="noStrike">
                <a:solidFill>
                  <a:srgbClr val="000000"/>
                </a:solidFill>
                <a:latin typeface="Arial"/>
              </a:rPr>
              <a:t>: </a:t>
            </a:r>
            <a:r>
              <a:rPr b="0" i="1" lang="en-US" sz="2200" spc="-1" strike="noStrike">
                <a:solidFill>
                  <a:srgbClr val="000000"/>
                </a:solidFill>
                <a:latin typeface="Arial"/>
              </a:rPr>
              <a:t>Output – as many matching outputs or files as there outputs from the step 4.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Times New Roman"/>
              </a:rPr>
              <a:t>Additional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 steps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spcBef>
                <a:spcPts val="1417"/>
              </a:spcBef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Step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: clear the workspace and define constants (for example, frames per second)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Step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: Readme file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LibreOffice/7.5.2.2$Linux_X86_64 LibreOffice_project/53bb9681a964705cf672590721dbc85eb4d0c3a2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2026-03-14T16:03:30Z</dcterms:created>
  <dc:creator/>
  <dc:description/>
  <dc:language>en-US</dc:language>
  <cp:lastModifiedBy/>
  <dcterms:modified xsi:type="dcterms:W3CDTF">2026-03-14T16:27:45Z</dcterms:modified>
  <cp:revision>3</cp:revision>
  <dc:subject/>
  <dc:title/>
</cp:coreProperties>
</file>