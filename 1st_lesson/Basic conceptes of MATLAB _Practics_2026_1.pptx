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Lst>
  <p:sldSz cy="5143500" cx="9144000"/>
  <p:notesSz cx="6858000" cy="9144000"/>
  <p:embeddedFontLst>
    <p:embeddedFont>
      <p:font typeface="Roboto Mono"/>
      <p:regular r:id="rId42"/>
      <p:bold r:id="rId43"/>
      <p:italic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6" roundtripDataSignature="AMtx7mh3cRAfbxqUWbIQBwVrjOwHCOGFX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font" Target="fonts/RobotoMono-regular.fntdata"/><Relationship Id="rId41" Type="http://schemas.openxmlformats.org/officeDocument/2006/relationships/slide" Target="slides/slide36.xml"/><Relationship Id="rId22" Type="http://schemas.openxmlformats.org/officeDocument/2006/relationships/slide" Target="slides/slide17.xml"/><Relationship Id="rId44" Type="http://schemas.openxmlformats.org/officeDocument/2006/relationships/font" Target="fonts/RobotoMono-italic.fntdata"/><Relationship Id="rId21" Type="http://schemas.openxmlformats.org/officeDocument/2006/relationships/slide" Target="slides/slide16.xml"/><Relationship Id="rId43" Type="http://schemas.openxmlformats.org/officeDocument/2006/relationships/font" Target="fonts/RobotoMono-bold.fntdata"/><Relationship Id="rId24" Type="http://schemas.openxmlformats.org/officeDocument/2006/relationships/slide" Target="slides/slide19.xml"/><Relationship Id="rId46" Type="http://customschemas.google.com/relationships/presentationmetadata" Target="metadata"/><Relationship Id="rId23" Type="http://schemas.openxmlformats.org/officeDocument/2006/relationships/slide" Target="slides/slide18.xml"/><Relationship Id="rId45" Type="http://schemas.openxmlformats.org/officeDocument/2006/relationships/font" Target="fonts/RobotoMono-boldItalic.fntdata"/><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5" name="Google Shape;5;n"/>
          <p:cNvSpPr txBox="1"/>
          <p:nvPr>
            <p:ph idx="3" type="hdr"/>
          </p:nvPr>
        </p:nvSpPr>
        <p:spPr>
          <a:xfrm>
            <a:off x="0" y="0"/>
            <a:ext cx="3280680" cy="53424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6" name="Google Shape;6;n"/>
          <p:cNvSpPr txBox="1"/>
          <p:nvPr>
            <p:ph idx="10" type="dt"/>
          </p:nvPr>
        </p:nvSpPr>
        <p:spPr>
          <a:xfrm>
            <a:off x="4278960" y="0"/>
            <a:ext cx="3280680" cy="534240"/>
          </a:xfrm>
          <a:prstGeom prst="rect">
            <a:avLst/>
          </a:prstGeom>
          <a:noFill/>
          <a:ln>
            <a:noFill/>
          </a:ln>
        </p:spPr>
        <p:txBody>
          <a:bodyPr anchorCtr="0" anchor="t" bIns="0" lIns="0" spcFirstLastPara="1" rIns="0" wrap="square" tIns="0">
            <a:noAutofit/>
          </a:bodyPr>
          <a:lstStyle>
            <a:lvl1pPr lvl="0" marR="0" rtl="0" algn="r">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10157400"/>
            <a:ext cx="3280680" cy="534240"/>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Clr>
                <a:srgbClr val="000000"/>
              </a:buClr>
              <a:buSzPts val="1400"/>
              <a:buFont typeface="Times New Roman"/>
              <a:buNone/>
            </a:pPr>
            <a:fld id="{00000000-1234-1234-1234-123412341234}" type="slidenum">
              <a:rPr b="0" i="0" lang="ru"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39" name="Google Shape;139;p1: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d54d852394_0_5: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d54d852394_0_5: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47" name="Google Shape;147;g3d54d852394_0_5:notes"/>
          <p:cNvSpPr txBox="1"/>
          <p:nvPr>
            <p:ph idx="12" type="sldNum"/>
          </p:nvPr>
        </p:nvSpPr>
        <p:spPr>
          <a:xfrm>
            <a:off x="4278960" y="10157400"/>
            <a:ext cx="3280800" cy="534300"/>
          </a:xfrm>
          <a:prstGeom prst="rect">
            <a:avLst/>
          </a:prstGeom>
        </p:spPr>
        <p:txBody>
          <a:bodyPr anchorCtr="0" anchor="b" bIns="0" lIns="0" spcFirstLastPara="1" rIns="0" wrap="square" tIns="0">
            <a:noAutofit/>
          </a:bodyPr>
          <a:lstStyle/>
          <a:p>
            <a:pPr indent="0" lvl="0" marL="0" rtl="0" algn="r">
              <a:spcBef>
                <a:spcPts val="0"/>
              </a:spcBef>
              <a:spcAft>
                <a:spcPts val="0"/>
              </a:spcAft>
              <a:buClr>
                <a:srgbClr val="000000"/>
              </a:buClr>
              <a:buSzPts val="1400"/>
              <a:buFont typeface="Times New Roman"/>
              <a:buNone/>
            </a:pPr>
            <a:fld id="{00000000-1234-1234-1234-123412341234}" type="slidenum">
              <a:rPr lang="ru"/>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2: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56" name="Google Shape;156;p2: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3: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64" name="Google Shape;164;p3: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4: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72" name="Google Shape;172;p4: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6: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79" name="Google Shape;179;p6: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7: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87" name="Google Shape;187;p7: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8: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94" name="Google Shape;194;p8: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9: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01" name="Google Shape;201;p9: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0: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18" name="Google Shape;218;p10: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1: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29" name="Google Shape;229;p11: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2: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41" name="Google Shape;241;p12: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3: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49" name="Google Shape;249;p13: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4: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56" name="Google Shape;256;p14: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5: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65" name="Google Shape;265;p15: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16: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77" name="Google Shape;277;p16: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17: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88" name="Google Shape;288;p17: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8: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99" name="Google Shape;299;p18: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19: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09" name="Google Shape;309;p19: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20: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19" name="Google Shape;319;p20: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d54d852394_0_38: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3d54d852394_0_38: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31" name="Google Shape;331;g3d54d852394_0_38:notes"/>
          <p:cNvSpPr txBox="1"/>
          <p:nvPr>
            <p:ph idx="12" type="sldNum"/>
          </p:nvPr>
        </p:nvSpPr>
        <p:spPr>
          <a:xfrm>
            <a:off x="4278960" y="10157400"/>
            <a:ext cx="3280800" cy="534300"/>
          </a:xfrm>
          <a:prstGeom prst="rect">
            <a:avLst/>
          </a:prstGeom>
        </p:spPr>
        <p:txBody>
          <a:bodyPr anchorCtr="0" anchor="b" bIns="0" lIns="0" spcFirstLastPara="1" rIns="0" wrap="square" tIns="0">
            <a:noAutofit/>
          </a:bodyPr>
          <a:lstStyle/>
          <a:p>
            <a:pPr indent="0" lvl="0" marL="0" rtl="0" algn="r">
              <a:spcBef>
                <a:spcPts val="0"/>
              </a:spcBef>
              <a:spcAft>
                <a:spcPts val="0"/>
              </a:spcAft>
              <a:buClr>
                <a:srgbClr val="000000"/>
              </a:buClr>
              <a:buSzPts val="1400"/>
              <a:buFont typeface="Times New Roman"/>
              <a:buNone/>
            </a:pPr>
            <a:fld id="{00000000-1234-1234-1234-123412341234}" type="slidenum">
              <a:rPr lang="ru"/>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22: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36" name="Google Shape;336;p22: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d54d852394_0_23: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3d54d852394_0_23: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46" name="Google Shape;346;g3d54d852394_0_23:notes"/>
          <p:cNvSpPr txBox="1"/>
          <p:nvPr>
            <p:ph idx="12" type="sldNum"/>
          </p:nvPr>
        </p:nvSpPr>
        <p:spPr>
          <a:xfrm>
            <a:off x="4278960" y="10157400"/>
            <a:ext cx="3280800" cy="534300"/>
          </a:xfrm>
          <a:prstGeom prst="rect">
            <a:avLst/>
          </a:prstGeom>
        </p:spPr>
        <p:txBody>
          <a:bodyPr anchorCtr="0" anchor="b" bIns="0" lIns="0" spcFirstLastPara="1" rIns="0" wrap="square" tIns="0">
            <a:noAutofit/>
          </a:bodyPr>
          <a:lstStyle/>
          <a:p>
            <a:pPr indent="0" lvl="0" marL="0" rtl="0" algn="r">
              <a:spcBef>
                <a:spcPts val="0"/>
              </a:spcBef>
              <a:spcAft>
                <a:spcPts val="0"/>
              </a:spcAft>
              <a:buClr>
                <a:srgbClr val="000000"/>
              </a:buClr>
              <a:buSzPts val="1400"/>
              <a:buFont typeface="Times New Roman"/>
              <a:buNone/>
            </a:pPr>
            <a:fld id="{00000000-1234-1234-1234-123412341234}" type="slidenum">
              <a:rPr lang="ru"/>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d54d852394_0_44: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3d54d852394_0_44: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54" name="Google Shape;354;g3d54d852394_0_44:notes"/>
          <p:cNvSpPr txBox="1"/>
          <p:nvPr>
            <p:ph idx="12" type="sldNum"/>
          </p:nvPr>
        </p:nvSpPr>
        <p:spPr>
          <a:xfrm>
            <a:off x="4278960" y="10157400"/>
            <a:ext cx="3280800" cy="534300"/>
          </a:xfrm>
          <a:prstGeom prst="rect">
            <a:avLst/>
          </a:prstGeom>
        </p:spPr>
        <p:txBody>
          <a:bodyPr anchorCtr="0" anchor="b" bIns="0" lIns="0" spcFirstLastPara="1" rIns="0" wrap="square" tIns="0">
            <a:noAutofit/>
          </a:bodyPr>
          <a:lstStyle/>
          <a:p>
            <a:pPr indent="0" lvl="0" marL="0" rtl="0" algn="r">
              <a:spcBef>
                <a:spcPts val="0"/>
              </a:spcBef>
              <a:spcAft>
                <a:spcPts val="0"/>
              </a:spcAft>
              <a:buClr>
                <a:srgbClr val="000000"/>
              </a:buClr>
              <a:buSzPts val="1400"/>
              <a:buFont typeface="Times New Roman"/>
              <a:buNone/>
            </a:pPr>
            <a:fld id="{00000000-1234-1234-1234-123412341234}" type="slidenum">
              <a:rPr lang="ru"/>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24: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63" name="Google Shape;363;p24: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25: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74" name="Google Shape;374;p25: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26: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83" name="Google Shape;383;p26: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d54d852394_0_17: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3d54d852394_0_17: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97" name="Google Shape;397;g3d54d852394_0_17:notes"/>
          <p:cNvSpPr txBox="1"/>
          <p:nvPr>
            <p:ph idx="12" type="sldNum"/>
          </p:nvPr>
        </p:nvSpPr>
        <p:spPr>
          <a:xfrm>
            <a:off x="4278960" y="10157400"/>
            <a:ext cx="3280800" cy="534300"/>
          </a:xfrm>
          <a:prstGeom prst="rect">
            <a:avLst/>
          </a:prstGeom>
        </p:spPr>
        <p:txBody>
          <a:bodyPr anchorCtr="0" anchor="b" bIns="0" lIns="0" spcFirstLastPara="1" rIns="0" wrap="square" tIns="0">
            <a:noAutofit/>
          </a:bodyPr>
          <a:lstStyle/>
          <a:p>
            <a:pPr indent="0" lvl="0" marL="0" rtl="0" algn="r">
              <a:spcBef>
                <a:spcPts val="0"/>
              </a:spcBef>
              <a:spcAft>
                <a:spcPts val="0"/>
              </a:spcAft>
              <a:buClr>
                <a:srgbClr val="000000"/>
              </a:buClr>
              <a:buSzPts val="1400"/>
              <a:buFont typeface="Times New Roman"/>
              <a:buNone/>
            </a:pPr>
            <a:fld id="{00000000-1234-1234-1234-123412341234}" type="slidenum">
              <a:rPr lang="ru"/>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27: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02" name="Google Shape;402;p27: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28: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10" name="Google Shape;410;p28: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29: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20" name="Google Shape;420;p29: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30: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29" name="Google Shape;429;p30: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31: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37" name="Google Shape;437;p31: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32: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46" name="Google Shape;446;p32: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33: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55" name="Google Shape;455;p33: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34: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67" name="Google Shape;467;p34: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3" name="Shape 13"/>
        <p:cNvGrpSpPr/>
        <p:nvPr/>
      </p:nvGrpSpPr>
      <p:grpSpPr>
        <a:xfrm>
          <a:off x="0" y="0"/>
          <a:ext cx="0" cy="0"/>
          <a:chOff x="0" y="0"/>
          <a:chExt cx="0" cy="0"/>
        </a:xfrm>
      </p:grpSpPr>
      <p:sp>
        <p:nvSpPr>
          <p:cNvPr id="14" name="Google Shape;14;p36"/>
          <p:cNvSpPr txBox="1"/>
          <p:nvPr>
            <p:ph type="title"/>
          </p:nvPr>
        </p:nvSpPr>
        <p:spPr>
          <a:xfrm>
            <a:off x="311760" y="418320"/>
            <a:ext cx="8519760" cy="6253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36"/>
          <p:cNvSpPr txBox="1"/>
          <p:nvPr>
            <p:ph idx="1" type="body"/>
          </p:nvPr>
        </p:nvSpPr>
        <p:spPr>
          <a:xfrm>
            <a:off x="311760" y="1152360"/>
            <a:ext cx="8519760" cy="34156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 name="Google Shape;16;p36"/>
          <p:cNvSpPr txBox="1"/>
          <p:nvPr>
            <p:ph idx="12" type="sldNum"/>
          </p:nvPr>
        </p:nvSpPr>
        <p:spPr>
          <a:xfrm>
            <a:off x="8472600" y="4663080"/>
            <a:ext cx="547920" cy="392760"/>
          </a:xfrm>
          <a:prstGeom prst="rect">
            <a:avLst/>
          </a:prstGeom>
          <a:noFill/>
          <a:ln>
            <a:noFill/>
          </a:ln>
        </p:spPr>
        <p:txBody>
          <a:bodyPr anchorCtr="0" anchor="ctr" bIns="91425" lIns="90000" spcFirstLastPara="1" rIns="90000" wrap="square" tIns="91425">
            <a:noAutofit/>
          </a:bodyPr>
          <a:lstStyle>
            <a:lvl1pPr indent="0" lvl="0"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1pPr>
            <a:lvl2pPr indent="0" lvl="1"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2pPr>
            <a:lvl3pPr indent="0" lvl="2"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3pPr>
            <a:lvl4pPr indent="0" lvl="3"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4pPr>
            <a:lvl5pPr indent="0" lvl="4"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5pPr>
            <a:lvl6pPr indent="0" lvl="5"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6pPr>
            <a:lvl7pPr indent="0" lvl="6"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7pPr>
            <a:lvl8pPr indent="0" lvl="7"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8pPr>
            <a:lvl9pPr indent="0" lvl="8"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7" name="Shape 17"/>
        <p:cNvGrpSpPr/>
        <p:nvPr/>
      </p:nvGrpSpPr>
      <p:grpSpPr>
        <a:xfrm>
          <a:off x="0" y="0"/>
          <a:ext cx="0" cy="0"/>
          <a:chOff x="0" y="0"/>
          <a:chExt cx="0" cy="0"/>
        </a:xfrm>
      </p:grpSpPr>
      <p:sp>
        <p:nvSpPr>
          <p:cNvPr id="18" name="Google Shape;18;p40"/>
          <p:cNvSpPr txBox="1"/>
          <p:nvPr>
            <p:ph idx="12" type="sldNum"/>
          </p:nvPr>
        </p:nvSpPr>
        <p:spPr>
          <a:xfrm>
            <a:off x="8472600" y="4663080"/>
            <a:ext cx="547920" cy="392760"/>
          </a:xfrm>
          <a:prstGeom prst="rect">
            <a:avLst/>
          </a:prstGeom>
          <a:noFill/>
          <a:ln>
            <a:noFill/>
          </a:ln>
        </p:spPr>
        <p:txBody>
          <a:bodyPr anchorCtr="0" anchor="ctr" bIns="91425" lIns="90000" spcFirstLastPara="1" rIns="90000" wrap="square" tIns="91425">
            <a:noAutofit/>
          </a:bodyPr>
          <a:lstStyle>
            <a:lvl1pPr indent="0" lvl="0"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1pPr>
            <a:lvl2pPr indent="0" lvl="1"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2pPr>
            <a:lvl3pPr indent="0" lvl="2"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3pPr>
            <a:lvl4pPr indent="0" lvl="3"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4pPr>
            <a:lvl5pPr indent="0" lvl="4"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5pPr>
            <a:lvl6pPr indent="0" lvl="5"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6pPr>
            <a:lvl7pPr indent="0" lvl="6"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7pPr>
            <a:lvl8pPr indent="0" lvl="7"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8pPr>
            <a:lvl9pPr indent="0" lvl="8"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9" name="Shape 19"/>
        <p:cNvGrpSpPr/>
        <p:nvPr/>
      </p:nvGrpSpPr>
      <p:grpSpPr>
        <a:xfrm>
          <a:off x="0" y="0"/>
          <a:ext cx="0" cy="0"/>
          <a:chOff x="0" y="0"/>
          <a:chExt cx="0" cy="0"/>
        </a:xfrm>
      </p:grpSpPr>
      <p:sp>
        <p:nvSpPr>
          <p:cNvPr id="20" name="Google Shape;20;p41"/>
          <p:cNvSpPr txBox="1"/>
          <p:nvPr>
            <p:ph type="title"/>
          </p:nvPr>
        </p:nvSpPr>
        <p:spPr>
          <a:xfrm>
            <a:off x="311760" y="418320"/>
            <a:ext cx="8519760" cy="6253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41"/>
          <p:cNvSpPr txBox="1"/>
          <p:nvPr>
            <p:ph idx="1" type="subTitle"/>
          </p:nvPr>
        </p:nvSpPr>
        <p:spPr>
          <a:xfrm>
            <a:off x="311760" y="1152360"/>
            <a:ext cx="8519760" cy="34156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41"/>
          <p:cNvSpPr txBox="1"/>
          <p:nvPr>
            <p:ph idx="12" type="sldNum"/>
          </p:nvPr>
        </p:nvSpPr>
        <p:spPr>
          <a:xfrm>
            <a:off x="8472600" y="4663080"/>
            <a:ext cx="547920" cy="392760"/>
          </a:xfrm>
          <a:prstGeom prst="rect">
            <a:avLst/>
          </a:prstGeom>
          <a:noFill/>
          <a:ln>
            <a:noFill/>
          </a:ln>
        </p:spPr>
        <p:txBody>
          <a:bodyPr anchorCtr="0" anchor="ctr" bIns="91425" lIns="90000" spcFirstLastPara="1" rIns="90000" wrap="square" tIns="91425">
            <a:noAutofit/>
          </a:bodyPr>
          <a:lstStyle>
            <a:lvl1pPr indent="0" lvl="0"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1pPr>
            <a:lvl2pPr indent="0" lvl="1"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2pPr>
            <a:lvl3pPr indent="0" lvl="2"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3pPr>
            <a:lvl4pPr indent="0" lvl="3"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4pPr>
            <a:lvl5pPr indent="0" lvl="4"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5pPr>
            <a:lvl6pPr indent="0" lvl="5"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6pPr>
            <a:lvl7pPr indent="0" lvl="6"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7pPr>
            <a:lvl8pPr indent="0" lvl="7"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8pPr>
            <a:lvl9pPr indent="0" lvl="8"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23" name="Shape 23"/>
        <p:cNvGrpSpPr/>
        <p:nvPr/>
      </p:nvGrpSpPr>
      <p:grpSpPr>
        <a:xfrm>
          <a:off x="0" y="0"/>
          <a:ext cx="0" cy="0"/>
          <a:chOff x="0" y="0"/>
          <a:chExt cx="0" cy="0"/>
        </a:xfrm>
      </p:grpSpPr>
      <p:sp>
        <p:nvSpPr>
          <p:cNvPr id="24" name="Google Shape;24;p42"/>
          <p:cNvSpPr txBox="1"/>
          <p:nvPr>
            <p:ph type="title"/>
          </p:nvPr>
        </p:nvSpPr>
        <p:spPr>
          <a:xfrm>
            <a:off x="311760" y="418320"/>
            <a:ext cx="8519760" cy="6253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2"/>
          <p:cNvSpPr txBox="1"/>
          <p:nvPr>
            <p:ph idx="1" type="body"/>
          </p:nvPr>
        </p:nvSpPr>
        <p:spPr>
          <a:xfrm>
            <a:off x="311760" y="1152360"/>
            <a:ext cx="4157280" cy="34156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6" name="Google Shape;26;p42"/>
          <p:cNvSpPr txBox="1"/>
          <p:nvPr>
            <p:ph idx="2" type="body"/>
          </p:nvPr>
        </p:nvSpPr>
        <p:spPr>
          <a:xfrm>
            <a:off x="4677120" y="1152360"/>
            <a:ext cx="4157280" cy="34156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7" name="Google Shape;27;p42"/>
          <p:cNvSpPr txBox="1"/>
          <p:nvPr>
            <p:ph idx="12" type="sldNum"/>
          </p:nvPr>
        </p:nvSpPr>
        <p:spPr>
          <a:xfrm>
            <a:off x="8472600" y="4663080"/>
            <a:ext cx="547920" cy="392760"/>
          </a:xfrm>
          <a:prstGeom prst="rect">
            <a:avLst/>
          </a:prstGeom>
          <a:noFill/>
          <a:ln>
            <a:noFill/>
          </a:ln>
        </p:spPr>
        <p:txBody>
          <a:bodyPr anchorCtr="0" anchor="ctr" bIns="91425" lIns="90000" spcFirstLastPara="1" rIns="90000" wrap="square" tIns="91425">
            <a:noAutofit/>
          </a:bodyPr>
          <a:lstStyle>
            <a:lvl1pPr indent="0" lvl="0"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1pPr>
            <a:lvl2pPr indent="0" lvl="1"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2pPr>
            <a:lvl3pPr indent="0" lvl="2"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3pPr>
            <a:lvl4pPr indent="0" lvl="3"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4pPr>
            <a:lvl5pPr indent="0" lvl="4"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5pPr>
            <a:lvl6pPr indent="0" lvl="5"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6pPr>
            <a:lvl7pPr indent="0" lvl="6"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7pPr>
            <a:lvl8pPr indent="0" lvl="7"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8pPr>
            <a:lvl9pPr indent="0" lvl="8"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43"/>
          <p:cNvSpPr txBox="1"/>
          <p:nvPr>
            <p:ph type="title"/>
          </p:nvPr>
        </p:nvSpPr>
        <p:spPr>
          <a:xfrm>
            <a:off x="311760" y="418320"/>
            <a:ext cx="8519760" cy="6253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3"/>
          <p:cNvSpPr txBox="1"/>
          <p:nvPr>
            <p:ph idx="12" type="sldNum"/>
          </p:nvPr>
        </p:nvSpPr>
        <p:spPr>
          <a:xfrm>
            <a:off x="8472600" y="4663080"/>
            <a:ext cx="547920" cy="392760"/>
          </a:xfrm>
          <a:prstGeom prst="rect">
            <a:avLst/>
          </a:prstGeom>
          <a:noFill/>
          <a:ln>
            <a:noFill/>
          </a:ln>
        </p:spPr>
        <p:txBody>
          <a:bodyPr anchorCtr="0" anchor="ctr" bIns="91425" lIns="90000" spcFirstLastPara="1" rIns="90000" wrap="square" tIns="91425">
            <a:noAutofit/>
          </a:bodyPr>
          <a:lstStyle>
            <a:lvl1pPr indent="0" lvl="0"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1pPr>
            <a:lvl2pPr indent="0" lvl="1"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2pPr>
            <a:lvl3pPr indent="0" lvl="2"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3pPr>
            <a:lvl4pPr indent="0" lvl="3"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4pPr>
            <a:lvl5pPr indent="0" lvl="4"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5pPr>
            <a:lvl6pPr indent="0" lvl="5"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6pPr>
            <a:lvl7pPr indent="0" lvl="6"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7pPr>
            <a:lvl8pPr indent="0" lvl="7"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8pPr>
            <a:lvl9pPr indent="0" lvl="8"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31" name="Shape 31"/>
        <p:cNvGrpSpPr/>
        <p:nvPr/>
      </p:nvGrpSpPr>
      <p:grpSpPr>
        <a:xfrm>
          <a:off x="0" y="0"/>
          <a:ext cx="0" cy="0"/>
          <a:chOff x="0" y="0"/>
          <a:chExt cx="0" cy="0"/>
        </a:xfrm>
      </p:grpSpPr>
      <p:sp>
        <p:nvSpPr>
          <p:cNvPr id="32" name="Google Shape;32;p44"/>
          <p:cNvSpPr txBox="1"/>
          <p:nvPr>
            <p:ph idx="1" type="subTitle"/>
          </p:nvPr>
        </p:nvSpPr>
        <p:spPr>
          <a:xfrm>
            <a:off x="311760" y="444960"/>
            <a:ext cx="8519760" cy="26528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44"/>
          <p:cNvSpPr txBox="1"/>
          <p:nvPr>
            <p:ph idx="12" type="sldNum"/>
          </p:nvPr>
        </p:nvSpPr>
        <p:spPr>
          <a:xfrm>
            <a:off x="8472600" y="4663080"/>
            <a:ext cx="547920" cy="392760"/>
          </a:xfrm>
          <a:prstGeom prst="rect">
            <a:avLst/>
          </a:prstGeom>
          <a:noFill/>
          <a:ln>
            <a:noFill/>
          </a:ln>
        </p:spPr>
        <p:txBody>
          <a:bodyPr anchorCtr="0" anchor="ctr" bIns="91425" lIns="90000" spcFirstLastPara="1" rIns="90000" wrap="square" tIns="91425">
            <a:noAutofit/>
          </a:bodyPr>
          <a:lstStyle>
            <a:lvl1pPr indent="0" lvl="0"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1pPr>
            <a:lvl2pPr indent="0" lvl="1"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2pPr>
            <a:lvl3pPr indent="0" lvl="2"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3pPr>
            <a:lvl4pPr indent="0" lvl="3"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4pPr>
            <a:lvl5pPr indent="0" lvl="4"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5pPr>
            <a:lvl6pPr indent="0" lvl="5"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6pPr>
            <a:lvl7pPr indent="0" lvl="6"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7pPr>
            <a:lvl8pPr indent="0" lvl="7"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8pPr>
            <a:lvl9pPr indent="0" lvl="8"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34" name="Shape 34"/>
        <p:cNvGrpSpPr/>
        <p:nvPr/>
      </p:nvGrpSpPr>
      <p:grpSpPr>
        <a:xfrm>
          <a:off x="0" y="0"/>
          <a:ext cx="0" cy="0"/>
          <a:chOff x="0" y="0"/>
          <a:chExt cx="0" cy="0"/>
        </a:xfrm>
      </p:grpSpPr>
      <p:sp>
        <p:nvSpPr>
          <p:cNvPr id="35" name="Google Shape;35;p45"/>
          <p:cNvSpPr txBox="1"/>
          <p:nvPr>
            <p:ph type="title"/>
          </p:nvPr>
        </p:nvSpPr>
        <p:spPr>
          <a:xfrm>
            <a:off x="311760" y="418320"/>
            <a:ext cx="8519760" cy="6253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45"/>
          <p:cNvSpPr txBox="1"/>
          <p:nvPr>
            <p:ph idx="1" type="body"/>
          </p:nvPr>
        </p:nvSpPr>
        <p:spPr>
          <a:xfrm>
            <a:off x="311760" y="1152360"/>
            <a:ext cx="4157280" cy="16290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7" name="Google Shape;37;p45"/>
          <p:cNvSpPr txBox="1"/>
          <p:nvPr>
            <p:ph idx="2" type="body"/>
          </p:nvPr>
        </p:nvSpPr>
        <p:spPr>
          <a:xfrm>
            <a:off x="4677120" y="1152360"/>
            <a:ext cx="4157280" cy="34156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8" name="Google Shape;38;p45"/>
          <p:cNvSpPr txBox="1"/>
          <p:nvPr>
            <p:ph idx="3" type="body"/>
          </p:nvPr>
        </p:nvSpPr>
        <p:spPr>
          <a:xfrm>
            <a:off x="311760" y="2936520"/>
            <a:ext cx="4157280" cy="16290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9" name="Google Shape;39;p45"/>
          <p:cNvSpPr txBox="1"/>
          <p:nvPr>
            <p:ph idx="12" type="sldNum"/>
          </p:nvPr>
        </p:nvSpPr>
        <p:spPr>
          <a:xfrm>
            <a:off x="8472600" y="4663080"/>
            <a:ext cx="547920" cy="392760"/>
          </a:xfrm>
          <a:prstGeom prst="rect">
            <a:avLst/>
          </a:prstGeom>
          <a:noFill/>
          <a:ln>
            <a:noFill/>
          </a:ln>
        </p:spPr>
        <p:txBody>
          <a:bodyPr anchorCtr="0" anchor="ctr" bIns="91425" lIns="90000" spcFirstLastPara="1" rIns="90000" wrap="square" tIns="91425">
            <a:noAutofit/>
          </a:bodyPr>
          <a:lstStyle>
            <a:lvl1pPr indent="0" lvl="0"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1pPr>
            <a:lvl2pPr indent="0" lvl="1"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2pPr>
            <a:lvl3pPr indent="0" lvl="2"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3pPr>
            <a:lvl4pPr indent="0" lvl="3"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4pPr>
            <a:lvl5pPr indent="0" lvl="4"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5pPr>
            <a:lvl6pPr indent="0" lvl="5"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6pPr>
            <a:lvl7pPr indent="0" lvl="6"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7pPr>
            <a:lvl8pPr indent="0" lvl="7"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8pPr>
            <a:lvl9pPr indent="0" lvl="8"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40" name="Shape 40"/>
        <p:cNvGrpSpPr/>
        <p:nvPr/>
      </p:nvGrpSpPr>
      <p:grpSpPr>
        <a:xfrm>
          <a:off x="0" y="0"/>
          <a:ext cx="0" cy="0"/>
          <a:chOff x="0" y="0"/>
          <a:chExt cx="0" cy="0"/>
        </a:xfrm>
      </p:grpSpPr>
      <p:sp>
        <p:nvSpPr>
          <p:cNvPr id="41" name="Google Shape;41;p46"/>
          <p:cNvSpPr txBox="1"/>
          <p:nvPr>
            <p:ph type="title"/>
          </p:nvPr>
        </p:nvSpPr>
        <p:spPr>
          <a:xfrm>
            <a:off x="311760" y="418320"/>
            <a:ext cx="8519760" cy="6253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46"/>
          <p:cNvSpPr txBox="1"/>
          <p:nvPr>
            <p:ph idx="1" type="body"/>
          </p:nvPr>
        </p:nvSpPr>
        <p:spPr>
          <a:xfrm>
            <a:off x="311760" y="1152360"/>
            <a:ext cx="4157280" cy="34156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3" name="Google Shape;43;p46"/>
          <p:cNvSpPr txBox="1"/>
          <p:nvPr>
            <p:ph idx="2" type="body"/>
          </p:nvPr>
        </p:nvSpPr>
        <p:spPr>
          <a:xfrm>
            <a:off x="4677120" y="1152360"/>
            <a:ext cx="4157280" cy="16290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4" name="Google Shape;44;p46"/>
          <p:cNvSpPr txBox="1"/>
          <p:nvPr>
            <p:ph idx="3" type="body"/>
          </p:nvPr>
        </p:nvSpPr>
        <p:spPr>
          <a:xfrm>
            <a:off x="4677120" y="2936520"/>
            <a:ext cx="4157280" cy="16290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5" name="Google Shape;45;p46"/>
          <p:cNvSpPr txBox="1"/>
          <p:nvPr>
            <p:ph idx="12" type="sldNum"/>
          </p:nvPr>
        </p:nvSpPr>
        <p:spPr>
          <a:xfrm>
            <a:off x="8472600" y="4663080"/>
            <a:ext cx="547920" cy="392760"/>
          </a:xfrm>
          <a:prstGeom prst="rect">
            <a:avLst/>
          </a:prstGeom>
          <a:noFill/>
          <a:ln>
            <a:noFill/>
          </a:ln>
        </p:spPr>
        <p:txBody>
          <a:bodyPr anchorCtr="0" anchor="ctr" bIns="91425" lIns="90000" spcFirstLastPara="1" rIns="90000" wrap="square" tIns="91425">
            <a:noAutofit/>
          </a:bodyPr>
          <a:lstStyle>
            <a:lvl1pPr indent="0" lvl="0"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1pPr>
            <a:lvl2pPr indent="0" lvl="1"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2pPr>
            <a:lvl3pPr indent="0" lvl="2"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3pPr>
            <a:lvl4pPr indent="0" lvl="3"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4pPr>
            <a:lvl5pPr indent="0" lvl="4"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5pPr>
            <a:lvl6pPr indent="0" lvl="5"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6pPr>
            <a:lvl7pPr indent="0" lvl="6"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7pPr>
            <a:lvl8pPr indent="0" lvl="7"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8pPr>
            <a:lvl9pPr indent="0" lvl="8"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46" name="Shape 46"/>
        <p:cNvGrpSpPr/>
        <p:nvPr/>
      </p:nvGrpSpPr>
      <p:grpSpPr>
        <a:xfrm>
          <a:off x="0" y="0"/>
          <a:ext cx="0" cy="0"/>
          <a:chOff x="0" y="0"/>
          <a:chExt cx="0" cy="0"/>
        </a:xfrm>
      </p:grpSpPr>
      <p:sp>
        <p:nvSpPr>
          <p:cNvPr id="47" name="Google Shape;47;p47"/>
          <p:cNvSpPr txBox="1"/>
          <p:nvPr>
            <p:ph type="title"/>
          </p:nvPr>
        </p:nvSpPr>
        <p:spPr>
          <a:xfrm>
            <a:off x="311760" y="418320"/>
            <a:ext cx="8519760" cy="6253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47"/>
          <p:cNvSpPr txBox="1"/>
          <p:nvPr>
            <p:ph idx="1" type="body"/>
          </p:nvPr>
        </p:nvSpPr>
        <p:spPr>
          <a:xfrm>
            <a:off x="311760" y="1152360"/>
            <a:ext cx="4157280" cy="16290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9" name="Google Shape;49;p47"/>
          <p:cNvSpPr txBox="1"/>
          <p:nvPr>
            <p:ph idx="2" type="body"/>
          </p:nvPr>
        </p:nvSpPr>
        <p:spPr>
          <a:xfrm>
            <a:off x="4677120" y="1152360"/>
            <a:ext cx="4157280" cy="16290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0" name="Google Shape;50;p47"/>
          <p:cNvSpPr txBox="1"/>
          <p:nvPr>
            <p:ph idx="3" type="body"/>
          </p:nvPr>
        </p:nvSpPr>
        <p:spPr>
          <a:xfrm>
            <a:off x="311760" y="2936520"/>
            <a:ext cx="8519760" cy="16290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1" name="Google Shape;51;p47"/>
          <p:cNvSpPr txBox="1"/>
          <p:nvPr>
            <p:ph idx="12" type="sldNum"/>
          </p:nvPr>
        </p:nvSpPr>
        <p:spPr>
          <a:xfrm>
            <a:off x="8472600" y="4663080"/>
            <a:ext cx="547920" cy="392760"/>
          </a:xfrm>
          <a:prstGeom prst="rect">
            <a:avLst/>
          </a:prstGeom>
          <a:noFill/>
          <a:ln>
            <a:noFill/>
          </a:ln>
        </p:spPr>
        <p:txBody>
          <a:bodyPr anchorCtr="0" anchor="ctr" bIns="91425" lIns="90000" spcFirstLastPara="1" rIns="90000" wrap="square" tIns="91425">
            <a:noAutofit/>
          </a:bodyPr>
          <a:lstStyle>
            <a:lvl1pPr indent="0" lvl="0"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1pPr>
            <a:lvl2pPr indent="0" lvl="1"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2pPr>
            <a:lvl3pPr indent="0" lvl="2"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3pPr>
            <a:lvl4pPr indent="0" lvl="3"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4pPr>
            <a:lvl5pPr indent="0" lvl="4"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5pPr>
            <a:lvl6pPr indent="0" lvl="5"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6pPr>
            <a:lvl7pPr indent="0" lvl="6"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7pPr>
            <a:lvl8pPr indent="0" lvl="7"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8pPr>
            <a:lvl9pPr indent="0" lvl="8"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52" name="Shape 52"/>
        <p:cNvGrpSpPr/>
        <p:nvPr/>
      </p:nvGrpSpPr>
      <p:grpSpPr>
        <a:xfrm>
          <a:off x="0" y="0"/>
          <a:ext cx="0" cy="0"/>
          <a:chOff x="0" y="0"/>
          <a:chExt cx="0" cy="0"/>
        </a:xfrm>
      </p:grpSpPr>
      <p:sp>
        <p:nvSpPr>
          <p:cNvPr id="53" name="Google Shape;53;p48"/>
          <p:cNvSpPr txBox="1"/>
          <p:nvPr>
            <p:ph type="title"/>
          </p:nvPr>
        </p:nvSpPr>
        <p:spPr>
          <a:xfrm>
            <a:off x="311760" y="418320"/>
            <a:ext cx="8519760" cy="6253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48"/>
          <p:cNvSpPr txBox="1"/>
          <p:nvPr>
            <p:ph idx="1" type="body"/>
          </p:nvPr>
        </p:nvSpPr>
        <p:spPr>
          <a:xfrm>
            <a:off x="311760" y="1152360"/>
            <a:ext cx="8519760" cy="16290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5" name="Google Shape;55;p48"/>
          <p:cNvSpPr txBox="1"/>
          <p:nvPr>
            <p:ph idx="2" type="body"/>
          </p:nvPr>
        </p:nvSpPr>
        <p:spPr>
          <a:xfrm>
            <a:off x="311760" y="2936520"/>
            <a:ext cx="8519760" cy="16290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6" name="Google Shape;56;p48"/>
          <p:cNvSpPr txBox="1"/>
          <p:nvPr>
            <p:ph idx="12" type="sldNum"/>
          </p:nvPr>
        </p:nvSpPr>
        <p:spPr>
          <a:xfrm>
            <a:off x="8472600" y="4663080"/>
            <a:ext cx="547920" cy="392760"/>
          </a:xfrm>
          <a:prstGeom prst="rect">
            <a:avLst/>
          </a:prstGeom>
          <a:noFill/>
          <a:ln>
            <a:noFill/>
          </a:ln>
        </p:spPr>
        <p:txBody>
          <a:bodyPr anchorCtr="0" anchor="ctr" bIns="91425" lIns="90000" spcFirstLastPara="1" rIns="90000" wrap="square" tIns="91425">
            <a:noAutofit/>
          </a:bodyPr>
          <a:lstStyle>
            <a:lvl1pPr indent="0" lvl="0"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1pPr>
            <a:lvl2pPr indent="0" lvl="1"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2pPr>
            <a:lvl3pPr indent="0" lvl="2"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3pPr>
            <a:lvl4pPr indent="0" lvl="3"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4pPr>
            <a:lvl5pPr indent="0" lvl="4"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5pPr>
            <a:lvl6pPr indent="0" lvl="5"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6pPr>
            <a:lvl7pPr indent="0" lvl="6"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7pPr>
            <a:lvl8pPr indent="0" lvl="7"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8pPr>
            <a:lvl9pPr indent="0" lvl="8"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57" name="Shape 57"/>
        <p:cNvGrpSpPr/>
        <p:nvPr/>
      </p:nvGrpSpPr>
      <p:grpSpPr>
        <a:xfrm>
          <a:off x="0" y="0"/>
          <a:ext cx="0" cy="0"/>
          <a:chOff x="0" y="0"/>
          <a:chExt cx="0" cy="0"/>
        </a:xfrm>
      </p:grpSpPr>
      <p:sp>
        <p:nvSpPr>
          <p:cNvPr id="58" name="Google Shape;58;p49"/>
          <p:cNvSpPr txBox="1"/>
          <p:nvPr>
            <p:ph type="title"/>
          </p:nvPr>
        </p:nvSpPr>
        <p:spPr>
          <a:xfrm>
            <a:off x="311760" y="418320"/>
            <a:ext cx="8519760" cy="6253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49"/>
          <p:cNvSpPr txBox="1"/>
          <p:nvPr>
            <p:ph idx="1" type="body"/>
          </p:nvPr>
        </p:nvSpPr>
        <p:spPr>
          <a:xfrm>
            <a:off x="311760" y="1152360"/>
            <a:ext cx="4157280" cy="16290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0" name="Google Shape;60;p49"/>
          <p:cNvSpPr txBox="1"/>
          <p:nvPr>
            <p:ph idx="2" type="body"/>
          </p:nvPr>
        </p:nvSpPr>
        <p:spPr>
          <a:xfrm>
            <a:off x="4677120" y="1152360"/>
            <a:ext cx="4157280" cy="16290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1" name="Google Shape;61;p49"/>
          <p:cNvSpPr txBox="1"/>
          <p:nvPr>
            <p:ph idx="3" type="body"/>
          </p:nvPr>
        </p:nvSpPr>
        <p:spPr>
          <a:xfrm>
            <a:off x="311760" y="2936520"/>
            <a:ext cx="4157280" cy="16290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2" name="Google Shape;62;p49"/>
          <p:cNvSpPr txBox="1"/>
          <p:nvPr>
            <p:ph idx="4" type="body"/>
          </p:nvPr>
        </p:nvSpPr>
        <p:spPr>
          <a:xfrm>
            <a:off x="4677120" y="2936520"/>
            <a:ext cx="4157280" cy="16290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3" name="Google Shape;63;p49"/>
          <p:cNvSpPr txBox="1"/>
          <p:nvPr>
            <p:ph idx="12" type="sldNum"/>
          </p:nvPr>
        </p:nvSpPr>
        <p:spPr>
          <a:xfrm>
            <a:off x="8472600" y="4663080"/>
            <a:ext cx="547920" cy="392760"/>
          </a:xfrm>
          <a:prstGeom prst="rect">
            <a:avLst/>
          </a:prstGeom>
          <a:noFill/>
          <a:ln>
            <a:noFill/>
          </a:ln>
        </p:spPr>
        <p:txBody>
          <a:bodyPr anchorCtr="0" anchor="ctr" bIns="91425" lIns="90000" spcFirstLastPara="1" rIns="90000" wrap="square" tIns="91425">
            <a:noAutofit/>
          </a:bodyPr>
          <a:lstStyle>
            <a:lvl1pPr indent="0" lvl="0"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1pPr>
            <a:lvl2pPr indent="0" lvl="1"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2pPr>
            <a:lvl3pPr indent="0" lvl="2"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3pPr>
            <a:lvl4pPr indent="0" lvl="3"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4pPr>
            <a:lvl5pPr indent="0" lvl="4"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5pPr>
            <a:lvl6pPr indent="0" lvl="5"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6pPr>
            <a:lvl7pPr indent="0" lvl="6"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7pPr>
            <a:lvl8pPr indent="0" lvl="7"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8pPr>
            <a:lvl9pPr indent="0" lvl="8"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64" name="Shape 64"/>
        <p:cNvGrpSpPr/>
        <p:nvPr/>
      </p:nvGrpSpPr>
      <p:grpSpPr>
        <a:xfrm>
          <a:off x="0" y="0"/>
          <a:ext cx="0" cy="0"/>
          <a:chOff x="0" y="0"/>
          <a:chExt cx="0" cy="0"/>
        </a:xfrm>
      </p:grpSpPr>
      <p:sp>
        <p:nvSpPr>
          <p:cNvPr id="65" name="Google Shape;65;p50"/>
          <p:cNvSpPr txBox="1"/>
          <p:nvPr>
            <p:ph type="title"/>
          </p:nvPr>
        </p:nvSpPr>
        <p:spPr>
          <a:xfrm>
            <a:off x="311760" y="418320"/>
            <a:ext cx="8519760" cy="6253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50"/>
          <p:cNvSpPr txBox="1"/>
          <p:nvPr>
            <p:ph idx="1" type="body"/>
          </p:nvPr>
        </p:nvSpPr>
        <p:spPr>
          <a:xfrm>
            <a:off x="311760" y="1152360"/>
            <a:ext cx="2743200" cy="16290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7" name="Google Shape;67;p50"/>
          <p:cNvSpPr txBox="1"/>
          <p:nvPr>
            <p:ph idx="2" type="body"/>
          </p:nvPr>
        </p:nvSpPr>
        <p:spPr>
          <a:xfrm>
            <a:off x="3192480" y="1152360"/>
            <a:ext cx="2743200" cy="16290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8" name="Google Shape;68;p50"/>
          <p:cNvSpPr txBox="1"/>
          <p:nvPr>
            <p:ph idx="3" type="body"/>
          </p:nvPr>
        </p:nvSpPr>
        <p:spPr>
          <a:xfrm>
            <a:off x="6073200" y="1152360"/>
            <a:ext cx="2743200" cy="16290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9" name="Google Shape;69;p50"/>
          <p:cNvSpPr txBox="1"/>
          <p:nvPr>
            <p:ph idx="4" type="body"/>
          </p:nvPr>
        </p:nvSpPr>
        <p:spPr>
          <a:xfrm>
            <a:off x="311760" y="2936520"/>
            <a:ext cx="2743200" cy="16290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70" name="Google Shape;70;p50"/>
          <p:cNvSpPr txBox="1"/>
          <p:nvPr>
            <p:ph idx="5" type="body"/>
          </p:nvPr>
        </p:nvSpPr>
        <p:spPr>
          <a:xfrm>
            <a:off x="3192480" y="2936520"/>
            <a:ext cx="2743200" cy="16290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71" name="Google Shape;71;p50"/>
          <p:cNvSpPr txBox="1"/>
          <p:nvPr>
            <p:ph idx="6" type="body"/>
          </p:nvPr>
        </p:nvSpPr>
        <p:spPr>
          <a:xfrm>
            <a:off x="6073200" y="2936520"/>
            <a:ext cx="2743200" cy="16290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72" name="Google Shape;72;p50"/>
          <p:cNvSpPr txBox="1"/>
          <p:nvPr>
            <p:ph idx="12" type="sldNum"/>
          </p:nvPr>
        </p:nvSpPr>
        <p:spPr>
          <a:xfrm>
            <a:off x="8472600" y="4663080"/>
            <a:ext cx="547920" cy="392760"/>
          </a:xfrm>
          <a:prstGeom prst="rect">
            <a:avLst/>
          </a:prstGeom>
          <a:noFill/>
          <a:ln>
            <a:noFill/>
          </a:ln>
        </p:spPr>
        <p:txBody>
          <a:bodyPr anchorCtr="0" anchor="ctr" bIns="91425" lIns="90000" spcFirstLastPara="1" rIns="90000" wrap="square" tIns="91425">
            <a:noAutofit/>
          </a:bodyPr>
          <a:lstStyle>
            <a:lvl1pPr indent="0" lvl="0"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1pPr>
            <a:lvl2pPr indent="0" lvl="1"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2pPr>
            <a:lvl3pPr indent="0" lvl="2"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3pPr>
            <a:lvl4pPr indent="0" lvl="3"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4pPr>
            <a:lvl5pPr indent="0" lvl="4"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5pPr>
            <a:lvl6pPr indent="0" lvl="5"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6pPr>
            <a:lvl7pPr indent="0" lvl="6"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7pPr>
            <a:lvl8pPr indent="0" lvl="7"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8pPr>
            <a:lvl9pPr indent="0" lvl="8"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77" name="Shape 77"/>
        <p:cNvGrpSpPr/>
        <p:nvPr/>
      </p:nvGrpSpPr>
      <p:grpSpPr>
        <a:xfrm>
          <a:off x="0" y="0"/>
          <a:ext cx="0" cy="0"/>
          <a:chOff x="0" y="0"/>
          <a:chExt cx="0" cy="0"/>
        </a:xfrm>
      </p:grpSpPr>
      <p:sp>
        <p:nvSpPr>
          <p:cNvPr id="78" name="Google Shape;78;p38"/>
          <p:cNvSpPr txBox="1"/>
          <p:nvPr>
            <p:ph idx="12" type="sldNum"/>
          </p:nvPr>
        </p:nvSpPr>
        <p:spPr>
          <a:xfrm>
            <a:off x="8472600" y="4663080"/>
            <a:ext cx="547920" cy="392760"/>
          </a:xfrm>
          <a:prstGeom prst="rect">
            <a:avLst/>
          </a:prstGeom>
          <a:noFill/>
          <a:ln>
            <a:noFill/>
          </a:ln>
        </p:spPr>
        <p:txBody>
          <a:bodyPr anchorCtr="0" anchor="ctr" bIns="91425" lIns="90000" spcFirstLastPara="1" rIns="90000" wrap="square" tIns="91425">
            <a:noAutofit/>
          </a:bodyPr>
          <a:lstStyle>
            <a:lvl1pPr indent="0" lvl="0"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1pPr>
            <a:lvl2pPr indent="0" lvl="1"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2pPr>
            <a:lvl3pPr indent="0" lvl="2"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3pPr>
            <a:lvl4pPr indent="0" lvl="3"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4pPr>
            <a:lvl5pPr indent="0" lvl="4"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5pPr>
            <a:lvl6pPr indent="0" lvl="5"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6pPr>
            <a:lvl7pPr indent="0" lvl="6"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7pPr>
            <a:lvl8pPr indent="0" lvl="7"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8pPr>
            <a:lvl9pPr indent="0" lvl="8"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79" name="Shape 79"/>
        <p:cNvGrpSpPr/>
        <p:nvPr/>
      </p:nvGrpSpPr>
      <p:grpSpPr>
        <a:xfrm>
          <a:off x="0" y="0"/>
          <a:ext cx="0" cy="0"/>
          <a:chOff x="0" y="0"/>
          <a:chExt cx="0" cy="0"/>
        </a:xfrm>
      </p:grpSpPr>
      <p:sp>
        <p:nvSpPr>
          <p:cNvPr id="80" name="Google Shape;80;p39"/>
          <p:cNvSpPr txBox="1"/>
          <p:nvPr>
            <p:ph type="title"/>
          </p:nvPr>
        </p:nvSpPr>
        <p:spPr>
          <a:xfrm>
            <a:off x="311760" y="418320"/>
            <a:ext cx="8519760" cy="6253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39"/>
          <p:cNvSpPr txBox="1"/>
          <p:nvPr>
            <p:ph idx="1" type="body"/>
          </p:nvPr>
        </p:nvSpPr>
        <p:spPr>
          <a:xfrm>
            <a:off x="311760" y="1152360"/>
            <a:ext cx="8519760" cy="34156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82" name="Google Shape;82;p39"/>
          <p:cNvSpPr txBox="1"/>
          <p:nvPr>
            <p:ph idx="12" type="sldNum"/>
          </p:nvPr>
        </p:nvSpPr>
        <p:spPr>
          <a:xfrm>
            <a:off x="8472600" y="4663080"/>
            <a:ext cx="547920" cy="392760"/>
          </a:xfrm>
          <a:prstGeom prst="rect">
            <a:avLst/>
          </a:prstGeom>
          <a:noFill/>
          <a:ln>
            <a:noFill/>
          </a:ln>
        </p:spPr>
        <p:txBody>
          <a:bodyPr anchorCtr="0" anchor="ctr" bIns="91425" lIns="90000" spcFirstLastPara="1" rIns="90000" wrap="square" tIns="91425">
            <a:noAutofit/>
          </a:bodyPr>
          <a:lstStyle>
            <a:lvl1pPr indent="0" lvl="0"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1pPr>
            <a:lvl2pPr indent="0" lvl="1"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2pPr>
            <a:lvl3pPr indent="0" lvl="2"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3pPr>
            <a:lvl4pPr indent="0" lvl="3"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4pPr>
            <a:lvl5pPr indent="0" lvl="4"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5pPr>
            <a:lvl6pPr indent="0" lvl="5"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6pPr>
            <a:lvl7pPr indent="0" lvl="6"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7pPr>
            <a:lvl8pPr indent="0" lvl="7"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8pPr>
            <a:lvl9pPr indent="0" lvl="8"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83" name="Shape 83"/>
        <p:cNvGrpSpPr/>
        <p:nvPr/>
      </p:nvGrpSpPr>
      <p:grpSpPr>
        <a:xfrm>
          <a:off x="0" y="0"/>
          <a:ext cx="0" cy="0"/>
          <a:chOff x="0" y="0"/>
          <a:chExt cx="0" cy="0"/>
        </a:xfrm>
      </p:grpSpPr>
      <p:sp>
        <p:nvSpPr>
          <p:cNvPr id="84" name="Google Shape;84;p51"/>
          <p:cNvSpPr txBox="1"/>
          <p:nvPr>
            <p:ph type="title"/>
          </p:nvPr>
        </p:nvSpPr>
        <p:spPr>
          <a:xfrm>
            <a:off x="311760" y="418320"/>
            <a:ext cx="8519760" cy="6253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51"/>
          <p:cNvSpPr txBox="1"/>
          <p:nvPr>
            <p:ph idx="1" type="subTitle"/>
          </p:nvPr>
        </p:nvSpPr>
        <p:spPr>
          <a:xfrm>
            <a:off x="311760" y="1152360"/>
            <a:ext cx="8519760" cy="34156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51"/>
          <p:cNvSpPr txBox="1"/>
          <p:nvPr>
            <p:ph idx="12" type="sldNum"/>
          </p:nvPr>
        </p:nvSpPr>
        <p:spPr>
          <a:xfrm>
            <a:off x="8472600" y="4663080"/>
            <a:ext cx="547920" cy="392760"/>
          </a:xfrm>
          <a:prstGeom prst="rect">
            <a:avLst/>
          </a:prstGeom>
          <a:noFill/>
          <a:ln>
            <a:noFill/>
          </a:ln>
        </p:spPr>
        <p:txBody>
          <a:bodyPr anchorCtr="0" anchor="ctr" bIns="91425" lIns="90000" spcFirstLastPara="1" rIns="90000" wrap="square" tIns="91425">
            <a:noAutofit/>
          </a:bodyPr>
          <a:lstStyle>
            <a:lvl1pPr indent="0" lvl="0"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1pPr>
            <a:lvl2pPr indent="0" lvl="1"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2pPr>
            <a:lvl3pPr indent="0" lvl="2"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3pPr>
            <a:lvl4pPr indent="0" lvl="3"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4pPr>
            <a:lvl5pPr indent="0" lvl="4"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5pPr>
            <a:lvl6pPr indent="0" lvl="5"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6pPr>
            <a:lvl7pPr indent="0" lvl="6"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7pPr>
            <a:lvl8pPr indent="0" lvl="7"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8pPr>
            <a:lvl9pPr indent="0" lvl="8"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87" name="Shape 87"/>
        <p:cNvGrpSpPr/>
        <p:nvPr/>
      </p:nvGrpSpPr>
      <p:grpSpPr>
        <a:xfrm>
          <a:off x="0" y="0"/>
          <a:ext cx="0" cy="0"/>
          <a:chOff x="0" y="0"/>
          <a:chExt cx="0" cy="0"/>
        </a:xfrm>
      </p:grpSpPr>
      <p:sp>
        <p:nvSpPr>
          <p:cNvPr id="88" name="Google Shape;88;p52"/>
          <p:cNvSpPr txBox="1"/>
          <p:nvPr>
            <p:ph type="title"/>
          </p:nvPr>
        </p:nvSpPr>
        <p:spPr>
          <a:xfrm>
            <a:off x="311760" y="418320"/>
            <a:ext cx="8519760" cy="6253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52"/>
          <p:cNvSpPr txBox="1"/>
          <p:nvPr>
            <p:ph idx="1" type="body"/>
          </p:nvPr>
        </p:nvSpPr>
        <p:spPr>
          <a:xfrm>
            <a:off x="311760" y="1152360"/>
            <a:ext cx="4157280" cy="34156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90" name="Google Shape;90;p52"/>
          <p:cNvSpPr txBox="1"/>
          <p:nvPr>
            <p:ph idx="2" type="body"/>
          </p:nvPr>
        </p:nvSpPr>
        <p:spPr>
          <a:xfrm>
            <a:off x="4677120" y="1152360"/>
            <a:ext cx="4157280" cy="34156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91" name="Google Shape;91;p52"/>
          <p:cNvSpPr txBox="1"/>
          <p:nvPr>
            <p:ph idx="12" type="sldNum"/>
          </p:nvPr>
        </p:nvSpPr>
        <p:spPr>
          <a:xfrm>
            <a:off x="8472600" y="4663080"/>
            <a:ext cx="547920" cy="392760"/>
          </a:xfrm>
          <a:prstGeom prst="rect">
            <a:avLst/>
          </a:prstGeom>
          <a:noFill/>
          <a:ln>
            <a:noFill/>
          </a:ln>
        </p:spPr>
        <p:txBody>
          <a:bodyPr anchorCtr="0" anchor="ctr" bIns="91425" lIns="90000" spcFirstLastPara="1" rIns="90000" wrap="square" tIns="91425">
            <a:noAutofit/>
          </a:bodyPr>
          <a:lstStyle>
            <a:lvl1pPr indent="0" lvl="0"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1pPr>
            <a:lvl2pPr indent="0" lvl="1"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2pPr>
            <a:lvl3pPr indent="0" lvl="2"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3pPr>
            <a:lvl4pPr indent="0" lvl="3"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4pPr>
            <a:lvl5pPr indent="0" lvl="4"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5pPr>
            <a:lvl6pPr indent="0" lvl="5"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6pPr>
            <a:lvl7pPr indent="0" lvl="6"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7pPr>
            <a:lvl8pPr indent="0" lvl="7"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8pPr>
            <a:lvl9pPr indent="0" lvl="8"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2" name="Shape 92"/>
        <p:cNvGrpSpPr/>
        <p:nvPr/>
      </p:nvGrpSpPr>
      <p:grpSpPr>
        <a:xfrm>
          <a:off x="0" y="0"/>
          <a:ext cx="0" cy="0"/>
          <a:chOff x="0" y="0"/>
          <a:chExt cx="0" cy="0"/>
        </a:xfrm>
      </p:grpSpPr>
      <p:sp>
        <p:nvSpPr>
          <p:cNvPr id="93" name="Google Shape;93;p53"/>
          <p:cNvSpPr txBox="1"/>
          <p:nvPr>
            <p:ph type="title"/>
          </p:nvPr>
        </p:nvSpPr>
        <p:spPr>
          <a:xfrm>
            <a:off x="311760" y="418320"/>
            <a:ext cx="8519760" cy="6253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53"/>
          <p:cNvSpPr txBox="1"/>
          <p:nvPr>
            <p:ph idx="12" type="sldNum"/>
          </p:nvPr>
        </p:nvSpPr>
        <p:spPr>
          <a:xfrm>
            <a:off x="8472600" y="4663080"/>
            <a:ext cx="547920" cy="392760"/>
          </a:xfrm>
          <a:prstGeom prst="rect">
            <a:avLst/>
          </a:prstGeom>
          <a:noFill/>
          <a:ln>
            <a:noFill/>
          </a:ln>
        </p:spPr>
        <p:txBody>
          <a:bodyPr anchorCtr="0" anchor="ctr" bIns="91425" lIns="90000" spcFirstLastPara="1" rIns="90000" wrap="square" tIns="91425">
            <a:noAutofit/>
          </a:bodyPr>
          <a:lstStyle>
            <a:lvl1pPr indent="0" lvl="0"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1pPr>
            <a:lvl2pPr indent="0" lvl="1"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2pPr>
            <a:lvl3pPr indent="0" lvl="2"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3pPr>
            <a:lvl4pPr indent="0" lvl="3"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4pPr>
            <a:lvl5pPr indent="0" lvl="4"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5pPr>
            <a:lvl6pPr indent="0" lvl="5"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6pPr>
            <a:lvl7pPr indent="0" lvl="6"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7pPr>
            <a:lvl8pPr indent="0" lvl="7"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8pPr>
            <a:lvl9pPr indent="0" lvl="8"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95" name="Shape 95"/>
        <p:cNvGrpSpPr/>
        <p:nvPr/>
      </p:nvGrpSpPr>
      <p:grpSpPr>
        <a:xfrm>
          <a:off x="0" y="0"/>
          <a:ext cx="0" cy="0"/>
          <a:chOff x="0" y="0"/>
          <a:chExt cx="0" cy="0"/>
        </a:xfrm>
      </p:grpSpPr>
      <p:sp>
        <p:nvSpPr>
          <p:cNvPr id="96" name="Google Shape;96;p54"/>
          <p:cNvSpPr txBox="1"/>
          <p:nvPr>
            <p:ph idx="1" type="subTitle"/>
          </p:nvPr>
        </p:nvSpPr>
        <p:spPr>
          <a:xfrm>
            <a:off x="311760" y="444960"/>
            <a:ext cx="8519760" cy="26528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54"/>
          <p:cNvSpPr txBox="1"/>
          <p:nvPr>
            <p:ph idx="12" type="sldNum"/>
          </p:nvPr>
        </p:nvSpPr>
        <p:spPr>
          <a:xfrm>
            <a:off x="8472600" y="4663080"/>
            <a:ext cx="547920" cy="392760"/>
          </a:xfrm>
          <a:prstGeom prst="rect">
            <a:avLst/>
          </a:prstGeom>
          <a:noFill/>
          <a:ln>
            <a:noFill/>
          </a:ln>
        </p:spPr>
        <p:txBody>
          <a:bodyPr anchorCtr="0" anchor="ctr" bIns="91425" lIns="90000" spcFirstLastPara="1" rIns="90000" wrap="square" tIns="91425">
            <a:noAutofit/>
          </a:bodyPr>
          <a:lstStyle>
            <a:lvl1pPr indent="0" lvl="0"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1pPr>
            <a:lvl2pPr indent="0" lvl="1"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2pPr>
            <a:lvl3pPr indent="0" lvl="2"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3pPr>
            <a:lvl4pPr indent="0" lvl="3"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4pPr>
            <a:lvl5pPr indent="0" lvl="4"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5pPr>
            <a:lvl6pPr indent="0" lvl="5"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6pPr>
            <a:lvl7pPr indent="0" lvl="6"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7pPr>
            <a:lvl8pPr indent="0" lvl="7"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8pPr>
            <a:lvl9pPr indent="0" lvl="8"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98" name="Shape 98"/>
        <p:cNvGrpSpPr/>
        <p:nvPr/>
      </p:nvGrpSpPr>
      <p:grpSpPr>
        <a:xfrm>
          <a:off x="0" y="0"/>
          <a:ext cx="0" cy="0"/>
          <a:chOff x="0" y="0"/>
          <a:chExt cx="0" cy="0"/>
        </a:xfrm>
      </p:grpSpPr>
      <p:sp>
        <p:nvSpPr>
          <p:cNvPr id="99" name="Google Shape;99;p55"/>
          <p:cNvSpPr txBox="1"/>
          <p:nvPr>
            <p:ph type="title"/>
          </p:nvPr>
        </p:nvSpPr>
        <p:spPr>
          <a:xfrm>
            <a:off x="311760" y="418320"/>
            <a:ext cx="8519760" cy="6253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55"/>
          <p:cNvSpPr txBox="1"/>
          <p:nvPr>
            <p:ph idx="1" type="body"/>
          </p:nvPr>
        </p:nvSpPr>
        <p:spPr>
          <a:xfrm>
            <a:off x="311760" y="1152360"/>
            <a:ext cx="4157280" cy="16290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1" name="Google Shape;101;p55"/>
          <p:cNvSpPr txBox="1"/>
          <p:nvPr>
            <p:ph idx="2" type="body"/>
          </p:nvPr>
        </p:nvSpPr>
        <p:spPr>
          <a:xfrm>
            <a:off x="4677120" y="1152360"/>
            <a:ext cx="4157280" cy="34156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2" name="Google Shape;102;p55"/>
          <p:cNvSpPr txBox="1"/>
          <p:nvPr>
            <p:ph idx="3" type="body"/>
          </p:nvPr>
        </p:nvSpPr>
        <p:spPr>
          <a:xfrm>
            <a:off x="311760" y="2936520"/>
            <a:ext cx="4157280" cy="16290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3" name="Google Shape;103;p55"/>
          <p:cNvSpPr txBox="1"/>
          <p:nvPr>
            <p:ph idx="12" type="sldNum"/>
          </p:nvPr>
        </p:nvSpPr>
        <p:spPr>
          <a:xfrm>
            <a:off x="8472600" y="4663080"/>
            <a:ext cx="547920" cy="392760"/>
          </a:xfrm>
          <a:prstGeom prst="rect">
            <a:avLst/>
          </a:prstGeom>
          <a:noFill/>
          <a:ln>
            <a:noFill/>
          </a:ln>
        </p:spPr>
        <p:txBody>
          <a:bodyPr anchorCtr="0" anchor="ctr" bIns="91425" lIns="90000" spcFirstLastPara="1" rIns="90000" wrap="square" tIns="91425">
            <a:noAutofit/>
          </a:bodyPr>
          <a:lstStyle>
            <a:lvl1pPr indent="0" lvl="0"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1pPr>
            <a:lvl2pPr indent="0" lvl="1"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2pPr>
            <a:lvl3pPr indent="0" lvl="2"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3pPr>
            <a:lvl4pPr indent="0" lvl="3"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4pPr>
            <a:lvl5pPr indent="0" lvl="4"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5pPr>
            <a:lvl6pPr indent="0" lvl="5"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6pPr>
            <a:lvl7pPr indent="0" lvl="6"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7pPr>
            <a:lvl8pPr indent="0" lvl="7"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8pPr>
            <a:lvl9pPr indent="0" lvl="8"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104" name="Shape 104"/>
        <p:cNvGrpSpPr/>
        <p:nvPr/>
      </p:nvGrpSpPr>
      <p:grpSpPr>
        <a:xfrm>
          <a:off x="0" y="0"/>
          <a:ext cx="0" cy="0"/>
          <a:chOff x="0" y="0"/>
          <a:chExt cx="0" cy="0"/>
        </a:xfrm>
      </p:grpSpPr>
      <p:sp>
        <p:nvSpPr>
          <p:cNvPr id="105" name="Google Shape;105;p56"/>
          <p:cNvSpPr txBox="1"/>
          <p:nvPr>
            <p:ph type="title"/>
          </p:nvPr>
        </p:nvSpPr>
        <p:spPr>
          <a:xfrm>
            <a:off x="311760" y="418320"/>
            <a:ext cx="8519760" cy="6253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56"/>
          <p:cNvSpPr txBox="1"/>
          <p:nvPr>
            <p:ph idx="1" type="body"/>
          </p:nvPr>
        </p:nvSpPr>
        <p:spPr>
          <a:xfrm>
            <a:off x="311760" y="1152360"/>
            <a:ext cx="4157280" cy="34156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7" name="Google Shape;107;p56"/>
          <p:cNvSpPr txBox="1"/>
          <p:nvPr>
            <p:ph idx="2" type="body"/>
          </p:nvPr>
        </p:nvSpPr>
        <p:spPr>
          <a:xfrm>
            <a:off x="4677120" y="1152360"/>
            <a:ext cx="4157280" cy="16290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8" name="Google Shape;108;p56"/>
          <p:cNvSpPr txBox="1"/>
          <p:nvPr>
            <p:ph idx="3" type="body"/>
          </p:nvPr>
        </p:nvSpPr>
        <p:spPr>
          <a:xfrm>
            <a:off x="4677120" y="2936520"/>
            <a:ext cx="4157280" cy="16290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9" name="Google Shape;109;p56"/>
          <p:cNvSpPr txBox="1"/>
          <p:nvPr>
            <p:ph idx="12" type="sldNum"/>
          </p:nvPr>
        </p:nvSpPr>
        <p:spPr>
          <a:xfrm>
            <a:off x="8472600" y="4663080"/>
            <a:ext cx="547920" cy="392760"/>
          </a:xfrm>
          <a:prstGeom prst="rect">
            <a:avLst/>
          </a:prstGeom>
          <a:noFill/>
          <a:ln>
            <a:noFill/>
          </a:ln>
        </p:spPr>
        <p:txBody>
          <a:bodyPr anchorCtr="0" anchor="ctr" bIns="91425" lIns="90000" spcFirstLastPara="1" rIns="90000" wrap="square" tIns="91425">
            <a:noAutofit/>
          </a:bodyPr>
          <a:lstStyle>
            <a:lvl1pPr indent="0" lvl="0"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1pPr>
            <a:lvl2pPr indent="0" lvl="1"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2pPr>
            <a:lvl3pPr indent="0" lvl="2"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3pPr>
            <a:lvl4pPr indent="0" lvl="3"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4pPr>
            <a:lvl5pPr indent="0" lvl="4"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5pPr>
            <a:lvl6pPr indent="0" lvl="5"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6pPr>
            <a:lvl7pPr indent="0" lvl="6"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7pPr>
            <a:lvl8pPr indent="0" lvl="7"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8pPr>
            <a:lvl9pPr indent="0" lvl="8"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110" name="Shape 110"/>
        <p:cNvGrpSpPr/>
        <p:nvPr/>
      </p:nvGrpSpPr>
      <p:grpSpPr>
        <a:xfrm>
          <a:off x="0" y="0"/>
          <a:ext cx="0" cy="0"/>
          <a:chOff x="0" y="0"/>
          <a:chExt cx="0" cy="0"/>
        </a:xfrm>
      </p:grpSpPr>
      <p:sp>
        <p:nvSpPr>
          <p:cNvPr id="111" name="Google Shape;111;p57"/>
          <p:cNvSpPr txBox="1"/>
          <p:nvPr>
            <p:ph type="title"/>
          </p:nvPr>
        </p:nvSpPr>
        <p:spPr>
          <a:xfrm>
            <a:off x="311760" y="418320"/>
            <a:ext cx="8519760" cy="6253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57"/>
          <p:cNvSpPr txBox="1"/>
          <p:nvPr>
            <p:ph idx="1" type="body"/>
          </p:nvPr>
        </p:nvSpPr>
        <p:spPr>
          <a:xfrm>
            <a:off x="311760" y="1152360"/>
            <a:ext cx="4157280" cy="16290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3" name="Google Shape;113;p57"/>
          <p:cNvSpPr txBox="1"/>
          <p:nvPr>
            <p:ph idx="2" type="body"/>
          </p:nvPr>
        </p:nvSpPr>
        <p:spPr>
          <a:xfrm>
            <a:off x="4677120" y="1152360"/>
            <a:ext cx="4157280" cy="16290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4" name="Google Shape;114;p57"/>
          <p:cNvSpPr txBox="1"/>
          <p:nvPr>
            <p:ph idx="3" type="body"/>
          </p:nvPr>
        </p:nvSpPr>
        <p:spPr>
          <a:xfrm>
            <a:off x="311760" y="2936520"/>
            <a:ext cx="8519760" cy="16290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5" name="Google Shape;115;p57"/>
          <p:cNvSpPr txBox="1"/>
          <p:nvPr>
            <p:ph idx="12" type="sldNum"/>
          </p:nvPr>
        </p:nvSpPr>
        <p:spPr>
          <a:xfrm>
            <a:off x="8472600" y="4663080"/>
            <a:ext cx="547920" cy="392760"/>
          </a:xfrm>
          <a:prstGeom prst="rect">
            <a:avLst/>
          </a:prstGeom>
          <a:noFill/>
          <a:ln>
            <a:noFill/>
          </a:ln>
        </p:spPr>
        <p:txBody>
          <a:bodyPr anchorCtr="0" anchor="ctr" bIns="91425" lIns="90000" spcFirstLastPara="1" rIns="90000" wrap="square" tIns="91425">
            <a:noAutofit/>
          </a:bodyPr>
          <a:lstStyle>
            <a:lvl1pPr indent="0" lvl="0"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1pPr>
            <a:lvl2pPr indent="0" lvl="1"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2pPr>
            <a:lvl3pPr indent="0" lvl="2"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3pPr>
            <a:lvl4pPr indent="0" lvl="3"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4pPr>
            <a:lvl5pPr indent="0" lvl="4"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5pPr>
            <a:lvl6pPr indent="0" lvl="5"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6pPr>
            <a:lvl7pPr indent="0" lvl="6"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7pPr>
            <a:lvl8pPr indent="0" lvl="7"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8pPr>
            <a:lvl9pPr indent="0" lvl="8"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116" name="Shape 116"/>
        <p:cNvGrpSpPr/>
        <p:nvPr/>
      </p:nvGrpSpPr>
      <p:grpSpPr>
        <a:xfrm>
          <a:off x="0" y="0"/>
          <a:ext cx="0" cy="0"/>
          <a:chOff x="0" y="0"/>
          <a:chExt cx="0" cy="0"/>
        </a:xfrm>
      </p:grpSpPr>
      <p:sp>
        <p:nvSpPr>
          <p:cNvPr id="117" name="Google Shape;117;p58"/>
          <p:cNvSpPr txBox="1"/>
          <p:nvPr>
            <p:ph type="title"/>
          </p:nvPr>
        </p:nvSpPr>
        <p:spPr>
          <a:xfrm>
            <a:off x="311760" y="418320"/>
            <a:ext cx="8519760" cy="6253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58"/>
          <p:cNvSpPr txBox="1"/>
          <p:nvPr>
            <p:ph idx="1" type="body"/>
          </p:nvPr>
        </p:nvSpPr>
        <p:spPr>
          <a:xfrm>
            <a:off x="311760" y="1152360"/>
            <a:ext cx="8519760" cy="16290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9" name="Google Shape;119;p58"/>
          <p:cNvSpPr txBox="1"/>
          <p:nvPr>
            <p:ph idx="2" type="body"/>
          </p:nvPr>
        </p:nvSpPr>
        <p:spPr>
          <a:xfrm>
            <a:off x="311760" y="2936520"/>
            <a:ext cx="8519760" cy="16290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20" name="Google Shape;120;p58"/>
          <p:cNvSpPr txBox="1"/>
          <p:nvPr>
            <p:ph idx="12" type="sldNum"/>
          </p:nvPr>
        </p:nvSpPr>
        <p:spPr>
          <a:xfrm>
            <a:off x="8472600" y="4663080"/>
            <a:ext cx="547920" cy="392760"/>
          </a:xfrm>
          <a:prstGeom prst="rect">
            <a:avLst/>
          </a:prstGeom>
          <a:noFill/>
          <a:ln>
            <a:noFill/>
          </a:ln>
        </p:spPr>
        <p:txBody>
          <a:bodyPr anchorCtr="0" anchor="ctr" bIns="91425" lIns="90000" spcFirstLastPara="1" rIns="90000" wrap="square" tIns="91425">
            <a:noAutofit/>
          </a:bodyPr>
          <a:lstStyle>
            <a:lvl1pPr indent="0" lvl="0"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1pPr>
            <a:lvl2pPr indent="0" lvl="1"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2pPr>
            <a:lvl3pPr indent="0" lvl="2"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3pPr>
            <a:lvl4pPr indent="0" lvl="3"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4pPr>
            <a:lvl5pPr indent="0" lvl="4"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5pPr>
            <a:lvl6pPr indent="0" lvl="5"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6pPr>
            <a:lvl7pPr indent="0" lvl="6"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7pPr>
            <a:lvl8pPr indent="0" lvl="7"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8pPr>
            <a:lvl9pPr indent="0" lvl="8"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121" name="Shape 121"/>
        <p:cNvGrpSpPr/>
        <p:nvPr/>
      </p:nvGrpSpPr>
      <p:grpSpPr>
        <a:xfrm>
          <a:off x="0" y="0"/>
          <a:ext cx="0" cy="0"/>
          <a:chOff x="0" y="0"/>
          <a:chExt cx="0" cy="0"/>
        </a:xfrm>
      </p:grpSpPr>
      <p:sp>
        <p:nvSpPr>
          <p:cNvPr id="122" name="Google Shape;122;p59"/>
          <p:cNvSpPr txBox="1"/>
          <p:nvPr>
            <p:ph type="title"/>
          </p:nvPr>
        </p:nvSpPr>
        <p:spPr>
          <a:xfrm>
            <a:off x="311760" y="418320"/>
            <a:ext cx="8519760" cy="6253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59"/>
          <p:cNvSpPr txBox="1"/>
          <p:nvPr>
            <p:ph idx="1" type="body"/>
          </p:nvPr>
        </p:nvSpPr>
        <p:spPr>
          <a:xfrm>
            <a:off x="311760" y="1152360"/>
            <a:ext cx="4157280" cy="16290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24" name="Google Shape;124;p59"/>
          <p:cNvSpPr txBox="1"/>
          <p:nvPr>
            <p:ph idx="2" type="body"/>
          </p:nvPr>
        </p:nvSpPr>
        <p:spPr>
          <a:xfrm>
            <a:off x="4677120" y="1152360"/>
            <a:ext cx="4157280" cy="16290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25" name="Google Shape;125;p59"/>
          <p:cNvSpPr txBox="1"/>
          <p:nvPr>
            <p:ph idx="3" type="body"/>
          </p:nvPr>
        </p:nvSpPr>
        <p:spPr>
          <a:xfrm>
            <a:off x="311760" y="2936520"/>
            <a:ext cx="4157280" cy="16290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26" name="Google Shape;126;p59"/>
          <p:cNvSpPr txBox="1"/>
          <p:nvPr>
            <p:ph idx="4" type="body"/>
          </p:nvPr>
        </p:nvSpPr>
        <p:spPr>
          <a:xfrm>
            <a:off x="4677120" y="2936520"/>
            <a:ext cx="4157280" cy="16290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27" name="Google Shape;127;p59"/>
          <p:cNvSpPr txBox="1"/>
          <p:nvPr>
            <p:ph idx="12" type="sldNum"/>
          </p:nvPr>
        </p:nvSpPr>
        <p:spPr>
          <a:xfrm>
            <a:off x="8472600" y="4663080"/>
            <a:ext cx="547920" cy="392760"/>
          </a:xfrm>
          <a:prstGeom prst="rect">
            <a:avLst/>
          </a:prstGeom>
          <a:noFill/>
          <a:ln>
            <a:noFill/>
          </a:ln>
        </p:spPr>
        <p:txBody>
          <a:bodyPr anchorCtr="0" anchor="ctr" bIns="91425" lIns="90000" spcFirstLastPara="1" rIns="90000" wrap="square" tIns="91425">
            <a:noAutofit/>
          </a:bodyPr>
          <a:lstStyle>
            <a:lvl1pPr indent="0" lvl="0"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1pPr>
            <a:lvl2pPr indent="0" lvl="1"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2pPr>
            <a:lvl3pPr indent="0" lvl="2"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3pPr>
            <a:lvl4pPr indent="0" lvl="3"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4pPr>
            <a:lvl5pPr indent="0" lvl="4"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5pPr>
            <a:lvl6pPr indent="0" lvl="5"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6pPr>
            <a:lvl7pPr indent="0" lvl="6"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7pPr>
            <a:lvl8pPr indent="0" lvl="7"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8pPr>
            <a:lvl9pPr indent="0" lvl="8"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128" name="Shape 128"/>
        <p:cNvGrpSpPr/>
        <p:nvPr/>
      </p:nvGrpSpPr>
      <p:grpSpPr>
        <a:xfrm>
          <a:off x="0" y="0"/>
          <a:ext cx="0" cy="0"/>
          <a:chOff x="0" y="0"/>
          <a:chExt cx="0" cy="0"/>
        </a:xfrm>
      </p:grpSpPr>
      <p:sp>
        <p:nvSpPr>
          <p:cNvPr id="129" name="Google Shape;129;p60"/>
          <p:cNvSpPr txBox="1"/>
          <p:nvPr>
            <p:ph type="title"/>
          </p:nvPr>
        </p:nvSpPr>
        <p:spPr>
          <a:xfrm>
            <a:off x="311760" y="418320"/>
            <a:ext cx="8519760" cy="6253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60"/>
          <p:cNvSpPr txBox="1"/>
          <p:nvPr>
            <p:ph idx="1" type="body"/>
          </p:nvPr>
        </p:nvSpPr>
        <p:spPr>
          <a:xfrm>
            <a:off x="311760" y="1152360"/>
            <a:ext cx="2743200" cy="16290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31" name="Google Shape;131;p60"/>
          <p:cNvSpPr txBox="1"/>
          <p:nvPr>
            <p:ph idx="2" type="body"/>
          </p:nvPr>
        </p:nvSpPr>
        <p:spPr>
          <a:xfrm>
            <a:off x="3192480" y="1152360"/>
            <a:ext cx="2743200" cy="16290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32" name="Google Shape;132;p60"/>
          <p:cNvSpPr txBox="1"/>
          <p:nvPr>
            <p:ph idx="3" type="body"/>
          </p:nvPr>
        </p:nvSpPr>
        <p:spPr>
          <a:xfrm>
            <a:off x="6073200" y="1152360"/>
            <a:ext cx="2743200" cy="16290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33" name="Google Shape;133;p60"/>
          <p:cNvSpPr txBox="1"/>
          <p:nvPr>
            <p:ph idx="4" type="body"/>
          </p:nvPr>
        </p:nvSpPr>
        <p:spPr>
          <a:xfrm>
            <a:off x="311760" y="2936520"/>
            <a:ext cx="2743200" cy="16290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34" name="Google Shape;134;p60"/>
          <p:cNvSpPr txBox="1"/>
          <p:nvPr>
            <p:ph idx="5" type="body"/>
          </p:nvPr>
        </p:nvSpPr>
        <p:spPr>
          <a:xfrm>
            <a:off x="3192480" y="2936520"/>
            <a:ext cx="2743200" cy="16290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35" name="Google Shape;135;p60"/>
          <p:cNvSpPr txBox="1"/>
          <p:nvPr>
            <p:ph idx="6" type="body"/>
          </p:nvPr>
        </p:nvSpPr>
        <p:spPr>
          <a:xfrm>
            <a:off x="6073200" y="2936520"/>
            <a:ext cx="2743200" cy="16290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36" name="Google Shape;136;p60"/>
          <p:cNvSpPr txBox="1"/>
          <p:nvPr>
            <p:ph idx="12" type="sldNum"/>
          </p:nvPr>
        </p:nvSpPr>
        <p:spPr>
          <a:xfrm>
            <a:off x="8472600" y="4663080"/>
            <a:ext cx="547920" cy="392760"/>
          </a:xfrm>
          <a:prstGeom prst="rect">
            <a:avLst/>
          </a:prstGeom>
          <a:noFill/>
          <a:ln>
            <a:noFill/>
          </a:ln>
        </p:spPr>
        <p:txBody>
          <a:bodyPr anchorCtr="0" anchor="ctr" bIns="91425" lIns="90000" spcFirstLastPara="1" rIns="90000" wrap="square" tIns="91425">
            <a:noAutofit/>
          </a:bodyPr>
          <a:lstStyle>
            <a:lvl1pPr indent="0" lvl="0"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1pPr>
            <a:lvl2pPr indent="0" lvl="1"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2pPr>
            <a:lvl3pPr indent="0" lvl="2"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3pPr>
            <a:lvl4pPr indent="0" lvl="3"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4pPr>
            <a:lvl5pPr indent="0" lvl="4"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5pPr>
            <a:lvl6pPr indent="0" lvl="5"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6pPr>
            <a:lvl7pPr indent="0" lvl="6"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7pPr>
            <a:lvl8pPr indent="0" lvl="7"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8pPr>
            <a:lvl9pPr indent="0" lvl="8" marL="0" algn="r">
              <a:lnSpc>
                <a:spcPct val="100000"/>
              </a:lnSpc>
              <a:spcBef>
                <a:spcPts val="0"/>
              </a:spcBef>
              <a:buClr>
                <a:schemeClr val="dk2"/>
              </a:buClr>
              <a:buSzPts val="1000"/>
              <a:buFont typeface="Arial"/>
              <a:buNone/>
              <a:defRPr b="0" sz="1000"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3" Type="http://schemas.openxmlformats.org/officeDocument/2006/relationships/theme" Target="../theme/theme1.xml"/><Relationship Id="rId12" Type="http://schemas.openxmlformats.org/officeDocument/2006/relationships/slideLayout" Target="../slideLayouts/slideLayout24.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5"/>
          <p:cNvSpPr txBox="1"/>
          <p:nvPr>
            <p:ph type="title"/>
          </p:nvPr>
        </p:nvSpPr>
        <p:spPr>
          <a:xfrm>
            <a:off x="311760" y="444960"/>
            <a:ext cx="8519760" cy="57204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1" name="Google Shape;11;p35"/>
          <p:cNvSpPr txBox="1"/>
          <p:nvPr>
            <p:ph idx="12" type="sldNum"/>
          </p:nvPr>
        </p:nvSpPr>
        <p:spPr>
          <a:xfrm>
            <a:off x="8472600" y="4663080"/>
            <a:ext cx="547920" cy="392760"/>
          </a:xfrm>
          <a:prstGeom prst="rect">
            <a:avLst/>
          </a:prstGeom>
          <a:noFill/>
          <a:ln>
            <a:noFill/>
          </a:ln>
        </p:spPr>
        <p:txBody>
          <a:bodyPr anchorCtr="0" anchor="ctr" bIns="91425" lIns="90000" spcFirstLastPara="1" rIns="90000" wrap="square" tIns="91425">
            <a:noAutofit/>
          </a:bodyPr>
          <a:lstStyle>
            <a:lvl1pPr indent="0" lvl="0" marL="0" marR="0" rtl="0" algn="r">
              <a:lnSpc>
                <a:spcPct val="100000"/>
              </a:lnSpc>
              <a:spcBef>
                <a:spcPts val="0"/>
              </a:spcBef>
              <a:buClr>
                <a:schemeClr val="dk2"/>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buClr>
                <a:schemeClr val="dk2"/>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buClr>
                <a:schemeClr val="dk2"/>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buClr>
                <a:schemeClr val="dk2"/>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buClr>
                <a:schemeClr val="dk2"/>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buClr>
                <a:schemeClr val="dk2"/>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buClr>
                <a:schemeClr val="dk2"/>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buClr>
                <a:schemeClr val="dk2"/>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buClr>
                <a:schemeClr val="dk2"/>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
              <a:t>‹#›</a:t>
            </a:fld>
            <a:endParaRPr>
              <a:solidFill>
                <a:srgbClr val="000000"/>
              </a:solidFill>
              <a:latin typeface="Times New Roman"/>
              <a:ea typeface="Times New Roman"/>
              <a:cs typeface="Times New Roman"/>
              <a:sym typeface="Times New Roman"/>
            </a:endParaRPr>
          </a:p>
        </p:txBody>
      </p:sp>
      <p:sp>
        <p:nvSpPr>
          <p:cNvPr id="12" name="Google Shape;12;p35"/>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3" name="Shape 73"/>
        <p:cNvGrpSpPr/>
        <p:nvPr/>
      </p:nvGrpSpPr>
      <p:grpSpPr>
        <a:xfrm>
          <a:off x="0" y="0"/>
          <a:ext cx="0" cy="0"/>
          <a:chOff x="0" y="0"/>
          <a:chExt cx="0" cy="0"/>
        </a:xfrm>
      </p:grpSpPr>
      <p:sp>
        <p:nvSpPr>
          <p:cNvPr id="74" name="Google Shape;74;p37"/>
          <p:cNvSpPr txBox="1"/>
          <p:nvPr>
            <p:ph type="title"/>
          </p:nvPr>
        </p:nvSpPr>
        <p:spPr>
          <a:xfrm>
            <a:off x="311760" y="444960"/>
            <a:ext cx="8519760" cy="57204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75" name="Google Shape;75;p37"/>
          <p:cNvSpPr txBox="1"/>
          <p:nvPr>
            <p:ph idx="1" type="body"/>
          </p:nvPr>
        </p:nvSpPr>
        <p:spPr>
          <a:xfrm>
            <a:off x="311760" y="1152360"/>
            <a:ext cx="8519760" cy="341568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6" name="Google Shape;76;p37"/>
          <p:cNvSpPr txBox="1"/>
          <p:nvPr>
            <p:ph idx="12" type="sldNum"/>
          </p:nvPr>
        </p:nvSpPr>
        <p:spPr>
          <a:xfrm>
            <a:off x="8472600" y="4663080"/>
            <a:ext cx="547920" cy="392760"/>
          </a:xfrm>
          <a:prstGeom prst="rect">
            <a:avLst/>
          </a:prstGeom>
          <a:noFill/>
          <a:ln>
            <a:noFill/>
          </a:ln>
        </p:spPr>
        <p:txBody>
          <a:bodyPr anchorCtr="0" anchor="ctr" bIns="91425" lIns="90000" spcFirstLastPara="1" rIns="90000" wrap="square" tIns="91425">
            <a:noAutofit/>
          </a:bodyPr>
          <a:lstStyle>
            <a:lvl1pPr indent="0" lvl="0" marL="0" marR="0" rtl="0" algn="r">
              <a:lnSpc>
                <a:spcPct val="100000"/>
              </a:lnSpc>
              <a:spcBef>
                <a:spcPts val="0"/>
              </a:spcBef>
              <a:buClr>
                <a:schemeClr val="dk2"/>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buClr>
                <a:schemeClr val="dk2"/>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buClr>
                <a:schemeClr val="dk2"/>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buClr>
                <a:schemeClr val="dk2"/>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buClr>
                <a:schemeClr val="dk2"/>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buClr>
                <a:schemeClr val="dk2"/>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buClr>
                <a:schemeClr val="dk2"/>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buClr>
                <a:schemeClr val="dk2"/>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buClr>
                <a:schemeClr val="dk2"/>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
              <a:t>‹#›</a:t>
            </a:fld>
            <a:endParaRPr>
              <a:solidFill>
                <a:srgbClr val="000000"/>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3.png"/><Relationship Id="rId4"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hyperlink" Target="http://drive.google.com/file/d/1i5DyKuY5YMsfFA2arIUOtbA5PQrkb1XO/view" TargetMode="External"/><Relationship Id="rId5"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image" Target="../media/image12.png"/><Relationship Id="rId4" Type="http://schemas.openxmlformats.org/officeDocument/2006/relationships/image" Target="../media/image4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0" Type="http://schemas.openxmlformats.org/officeDocument/2006/relationships/image" Target="../media/image19.png"/><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5.png"/><Relationship Id="rId9" Type="http://schemas.openxmlformats.org/officeDocument/2006/relationships/image" Target="../media/image16.png"/><Relationship Id="rId5" Type="http://schemas.openxmlformats.org/officeDocument/2006/relationships/image" Target="../media/image4.png"/><Relationship Id="rId6" Type="http://schemas.openxmlformats.org/officeDocument/2006/relationships/image" Target="../media/image6.png"/><Relationship Id="rId7" Type="http://schemas.openxmlformats.org/officeDocument/2006/relationships/image" Target="../media/image1.png"/><Relationship Id="rId8"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21.png"/><Relationship Id="rId4" Type="http://schemas.openxmlformats.org/officeDocument/2006/relationships/image" Target="../media/image17.png"/><Relationship Id="rId5" Type="http://schemas.openxmlformats.org/officeDocument/2006/relationships/image" Target="../media/image22.png"/><Relationship Id="rId6" Type="http://schemas.openxmlformats.org/officeDocument/2006/relationships/image" Target="../media/image3.png"/><Relationship Id="rId7" Type="http://schemas.openxmlformats.org/officeDocument/2006/relationships/image" Target="../media/image3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14.png"/><Relationship Id="rId4" Type="http://schemas.openxmlformats.org/officeDocument/2006/relationships/image" Target="../media/image18.png"/><Relationship Id="rId5" Type="http://schemas.openxmlformats.org/officeDocument/2006/relationships/image" Target="../media/image20.png"/><Relationship Id="rId6" Type="http://schemas.openxmlformats.org/officeDocument/2006/relationships/image" Target="../media/image29.png"/><Relationship Id="rId7"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26.png"/><Relationship Id="rId4" Type="http://schemas.openxmlformats.org/officeDocument/2006/relationships/image" Target="../media/image23.png"/><Relationship Id="rId5"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8.png"/><Relationship Id="rId6" Type="http://schemas.openxmlformats.org/officeDocument/2006/relationships/image" Target="../media/image27.png"/><Relationship Id="rId7"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31.png"/><Relationship Id="rId4" Type="http://schemas.openxmlformats.org/officeDocument/2006/relationships/image" Target="../media/image35.png"/><Relationship Id="rId5" Type="http://schemas.openxmlformats.org/officeDocument/2006/relationships/image" Target="../media/image33.png"/><Relationship Id="rId6" Type="http://schemas.openxmlformats.org/officeDocument/2006/relationships/image" Target="../media/image34.png"/><Relationship Id="rId7"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32.png"/><Relationship Id="rId4" Type="http://schemas.openxmlformats.org/officeDocument/2006/relationships/image" Target="../media/image37.png"/><Relationship Id="rId5" Type="http://schemas.openxmlformats.org/officeDocument/2006/relationships/image" Target="../media/image76.png"/><Relationship Id="rId6" Type="http://schemas.openxmlformats.org/officeDocument/2006/relationships/image" Target="../media/image38.png"/><Relationship Id="rId7"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41.png"/><Relationship Id="rId4" Type="http://schemas.openxmlformats.org/officeDocument/2006/relationships/image" Target="../media/image40.png"/><Relationship Id="rId5" Type="http://schemas.openxmlformats.org/officeDocument/2006/relationships/image" Target="../media/image36.png"/><Relationship Id="rId6"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39.png"/><Relationship Id="rId4" Type="http://schemas.openxmlformats.org/officeDocument/2006/relationships/image" Target="../media/image43.png"/><Relationship Id="rId5" Type="http://schemas.openxmlformats.org/officeDocument/2006/relationships/image" Target="../media/image47.png"/><Relationship Id="rId6"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 Id="rId3" Type="http://schemas.openxmlformats.org/officeDocument/2006/relationships/image" Target="../media/image45.png"/><Relationship Id="rId4" Type="http://schemas.openxmlformats.org/officeDocument/2006/relationships/image" Target="../media/image42.png"/><Relationship Id="rId5" Type="http://schemas.openxmlformats.org/officeDocument/2006/relationships/image" Target="../media/image50.png"/><Relationship Id="rId6" Type="http://schemas.openxmlformats.org/officeDocument/2006/relationships/image" Target="../media/image49.png"/><Relationship Id="rId7"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 Id="rId3" Type="http://schemas.openxmlformats.org/officeDocument/2006/relationships/image" Target="../media/image62.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 Id="rId3" Type="http://schemas.openxmlformats.org/officeDocument/2006/relationships/image" Target="../media/image46.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 Id="rId3" Type="http://schemas.openxmlformats.org/officeDocument/2006/relationships/image" Target="../media/image77.jp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 Id="rId3" Type="http://schemas.openxmlformats.org/officeDocument/2006/relationships/image" Target="../media/image3.png"/><Relationship Id="rId4" Type="http://schemas.openxmlformats.org/officeDocument/2006/relationships/image" Target="../media/image75.png"/><Relationship Id="rId5" Type="http://schemas.openxmlformats.org/officeDocument/2006/relationships/image" Target="../media/image7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 Id="rId3" Type="http://schemas.openxmlformats.org/officeDocument/2006/relationships/image" Target="../media/image56.pn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 Id="rId3" Type="http://schemas.openxmlformats.org/officeDocument/2006/relationships/image" Target="../media/image48.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 Id="rId3" Type="http://schemas.openxmlformats.org/officeDocument/2006/relationships/image" Target="../media/image53.png"/><Relationship Id="rId4" Type="http://schemas.openxmlformats.org/officeDocument/2006/relationships/image" Target="../media/image52.png"/><Relationship Id="rId9" Type="http://schemas.openxmlformats.org/officeDocument/2006/relationships/image" Target="../media/image3.png"/><Relationship Id="rId5" Type="http://schemas.openxmlformats.org/officeDocument/2006/relationships/image" Target="../media/image51.png"/><Relationship Id="rId6" Type="http://schemas.openxmlformats.org/officeDocument/2006/relationships/image" Target="../media/image55.png"/><Relationship Id="rId7" Type="http://schemas.openxmlformats.org/officeDocument/2006/relationships/image" Target="../media/image54.png"/><Relationship Id="rId8" Type="http://schemas.openxmlformats.org/officeDocument/2006/relationships/image" Target="../media/image5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 Id="rId3" Type="http://schemas.openxmlformats.org/officeDocument/2006/relationships/image" Target="../media/image59.png"/><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 Id="rId3" Type="http://schemas.openxmlformats.org/officeDocument/2006/relationships/image" Target="../media/image58.png"/><Relationship Id="rId4" Type="http://schemas.openxmlformats.org/officeDocument/2006/relationships/image" Target="../media/image60.png"/><Relationship Id="rId5" Type="http://schemas.openxmlformats.org/officeDocument/2006/relationships/image" Target="../media/image61.png"/><Relationship Id="rId6" Type="http://schemas.openxmlformats.org/officeDocument/2006/relationships/image" Target="../media/image65.png"/><Relationship Id="rId7" Type="http://schemas.openxmlformats.org/officeDocument/2006/relationships/image" Target="../media/image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 Id="rId3" Type="http://schemas.openxmlformats.org/officeDocument/2006/relationships/image" Target="../media/image63.png"/><Relationship Id="rId4" Type="http://schemas.openxmlformats.org/officeDocument/2006/relationships/image" Target="../media/image73.png"/><Relationship Id="rId5" Type="http://schemas.openxmlformats.org/officeDocument/2006/relationships/image" Target="../media/image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 Id="rId3" Type="http://schemas.openxmlformats.org/officeDocument/2006/relationships/image" Target="../media/image69.png"/><Relationship Id="rId4" Type="http://schemas.openxmlformats.org/officeDocument/2006/relationships/image" Target="../media/image64.png"/><Relationship Id="rId5" Type="http://schemas.openxmlformats.org/officeDocument/2006/relationships/image" Target="../media/image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Relationship Id="rId3" Type="http://schemas.openxmlformats.org/officeDocument/2006/relationships/image" Target="../media/image68.png"/><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4.xml"/><Relationship Id="rId3" Type="http://schemas.openxmlformats.org/officeDocument/2006/relationships/image" Target="../media/image71.png"/><Relationship Id="rId4" Type="http://schemas.openxmlformats.org/officeDocument/2006/relationships/image" Target="../media/image66.png"/><Relationship Id="rId5" Type="http://schemas.openxmlformats.org/officeDocument/2006/relationships/image" Target="../media/image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5.xml"/><Relationship Id="rId3" Type="http://schemas.openxmlformats.org/officeDocument/2006/relationships/image" Target="../media/image67.png"/><Relationship Id="rId4" Type="http://schemas.openxmlformats.org/officeDocument/2006/relationships/image" Target="../media/image72.png"/><Relationship Id="rId5" Type="http://schemas.openxmlformats.org/officeDocument/2006/relationships/image" Target="../media/image70.png"/><Relationship Id="rId6" Type="http://schemas.openxmlformats.org/officeDocument/2006/relationships/image" Target="../media/image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6.xml"/><Relationship Id="rId3" Type="http://schemas.openxmlformats.org/officeDocument/2006/relationships/hyperlink" Target="mailto:elizavetar@campus.technion.ac.il" TargetMode="Externa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
          <p:cNvSpPr txBox="1"/>
          <p:nvPr>
            <p:ph type="title"/>
          </p:nvPr>
        </p:nvSpPr>
        <p:spPr>
          <a:xfrm>
            <a:off x="311760" y="744480"/>
            <a:ext cx="8519760" cy="2052000"/>
          </a:xfrm>
          <a:prstGeom prst="rect">
            <a:avLst/>
          </a:prstGeom>
          <a:noFill/>
          <a:ln>
            <a:noFill/>
          </a:ln>
        </p:spPr>
        <p:txBody>
          <a:bodyPr anchorCtr="0" anchor="b" bIns="91425" lIns="0" spcFirstLastPara="1" rIns="0" wrap="square" tIns="91425">
            <a:normAutofit/>
          </a:bodyPr>
          <a:lstStyle/>
          <a:p>
            <a:pPr indent="0" lvl="0" marL="0" rtl="0" algn="ctr">
              <a:lnSpc>
                <a:spcPct val="100000"/>
              </a:lnSpc>
              <a:spcBef>
                <a:spcPts val="0"/>
              </a:spcBef>
              <a:spcAft>
                <a:spcPts val="0"/>
              </a:spcAft>
              <a:buClr>
                <a:schemeClr val="dk1"/>
              </a:buClr>
              <a:buSzPts val="5200"/>
              <a:buFont typeface="Arial"/>
              <a:buNone/>
            </a:pPr>
            <a:r>
              <a:rPr b="0" lang="ru" sz="5200" strike="noStrike">
                <a:solidFill>
                  <a:schemeClr val="dk1"/>
                </a:solidFill>
                <a:latin typeface="Arial"/>
                <a:ea typeface="Arial"/>
                <a:cs typeface="Arial"/>
                <a:sym typeface="Arial"/>
              </a:rPr>
              <a:t>Basic concepts in coding of analyses of bio-medical data</a:t>
            </a:r>
            <a:endParaRPr b="0" sz="5200" strike="noStrike">
              <a:solidFill>
                <a:srgbClr val="000000"/>
              </a:solidFill>
              <a:latin typeface="Arial"/>
              <a:ea typeface="Arial"/>
              <a:cs typeface="Arial"/>
              <a:sym typeface="Arial"/>
            </a:endParaRPr>
          </a:p>
        </p:txBody>
      </p:sp>
      <p:sp>
        <p:nvSpPr>
          <p:cNvPr id="142" name="Google Shape;142;p1"/>
          <p:cNvSpPr txBox="1"/>
          <p:nvPr>
            <p:ph idx="4294967295" type="subTitle"/>
          </p:nvPr>
        </p:nvSpPr>
        <p:spPr>
          <a:xfrm>
            <a:off x="311760" y="4141440"/>
            <a:ext cx="8519760" cy="792000"/>
          </a:xfrm>
          <a:prstGeom prst="rect">
            <a:avLst/>
          </a:prstGeom>
          <a:noFill/>
          <a:ln>
            <a:noFill/>
          </a:ln>
        </p:spPr>
        <p:txBody>
          <a:bodyPr anchorCtr="0" anchor="t" bIns="91425" lIns="0" spcFirstLastPara="1" rIns="0" wrap="square" tIns="91425">
            <a:normAutofit/>
          </a:bodyPr>
          <a:lstStyle/>
          <a:p>
            <a:pPr indent="0" lvl="0" marL="0" marR="0" rtl="0" algn="r">
              <a:lnSpc>
                <a:spcPct val="80000"/>
              </a:lnSpc>
              <a:spcBef>
                <a:spcPts val="0"/>
              </a:spcBef>
              <a:spcAft>
                <a:spcPts val="0"/>
              </a:spcAft>
              <a:buClr>
                <a:schemeClr val="dk2"/>
              </a:buClr>
              <a:buSzPts val="1380"/>
              <a:buFont typeface="Arial"/>
              <a:buNone/>
            </a:pPr>
            <a:r>
              <a:rPr b="0" i="1" lang="ru" sz="1380" u="none" cap="none" strike="noStrike">
                <a:solidFill>
                  <a:schemeClr val="dk2"/>
                </a:solidFill>
                <a:latin typeface="Arial"/>
                <a:ea typeface="Arial"/>
                <a:cs typeface="Arial"/>
                <a:sym typeface="Arial"/>
              </a:rPr>
              <a:t>Elizaveta Razvarina</a:t>
            </a:r>
            <a:endParaRPr b="0" i="0" sz="1380" u="none" cap="none" strike="noStrike">
              <a:solidFill>
                <a:srgbClr val="000000"/>
              </a:solidFill>
              <a:latin typeface="Arial"/>
              <a:ea typeface="Arial"/>
              <a:cs typeface="Arial"/>
              <a:sym typeface="Arial"/>
            </a:endParaRPr>
          </a:p>
          <a:p>
            <a:pPr indent="0" lvl="0" marL="0" marR="0" rtl="0" algn="r">
              <a:lnSpc>
                <a:spcPct val="80000"/>
              </a:lnSpc>
              <a:spcBef>
                <a:spcPts val="0"/>
              </a:spcBef>
              <a:spcAft>
                <a:spcPts val="0"/>
              </a:spcAft>
              <a:buClr>
                <a:schemeClr val="dk2"/>
              </a:buClr>
              <a:buSzPts val="1380"/>
              <a:buFont typeface="Arial"/>
              <a:buNone/>
            </a:pPr>
            <a:r>
              <a:rPr b="0" i="1" lang="ru" sz="1380" u="none" cap="none" strike="noStrike">
                <a:solidFill>
                  <a:schemeClr val="dk2"/>
                </a:solidFill>
                <a:latin typeface="Arial"/>
                <a:ea typeface="Arial"/>
                <a:cs typeface="Arial"/>
                <a:sym typeface="Arial"/>
              </a:rPr>
              <a:t>elizavetar@campus.technion.ac.il</a:t>
            </a:r>
            <a:endParaRPr b="0" i="0" sz="1380" u="none" cap="none" strike="noStrike">
              <a:solidFill>
                <a:srgbClr val="000000"/>
              </a:solidFill>
              <a:latin typeface="Arial"/>
              <a:ea typeface="Arial"/>
              <a:cs typeface="Arial"/>
              <a:sym typeface="Arial"/>
            </a:endParaRPr>
          </a:p>
        </p:txBody>
      </p:sp>
      <p:pic>
        <p:nvPicPr>
          <p:cNvPr id="143" name="Google Shape;143;p1"/>
          <p:cNvPicPr preferRelativeResize="0"/>
          <p:nvPr/>
        </p:nvPicPr>
        <p:blipFill rotWithShape="1">
          <a:blip r:embed="rId3">
            <a:alphaModFix/>
          </a:blip>
          <a:srcRect b="0" l="0" r="0" t="0"/>
          <a:stretch/>
        </p:blipFill>
        <p:spPr>
          <a:xfrm>
            <a:off x="8705880" y="0"/>
            <a:ext cx="437400" cy="38988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g3d54d852394_0_5"/>
          <p:cNvSpPr txBox="1"/>
          <p:nvPr>
            <p:ph type="title"/>
          </p:nvPr>
        </p:nvSpPr>
        <p:spPr>
          <a:xfrm>
            <a:off x="311760" y="444960"/>
            <a:ext cx="8519700" cy="572100"/>
          </a:xfrm>
          <a:prstGeom prst="rect">
            <a:avLst/>
          </a:prstGeom>
          <a:noFill/>
          <a:ln>
            <a:noFill/>
          </a:ln>
        </p:spPr>
        <p:txBody>
          <a:bodyPr anchorCtr="0" anchor="t" bIns="91425" lIns="0" spcFirstLastPara="1" rIns="0" wrap="square" tIns="91425">
            <a:normAutofit fontScale="90000"/>
          </a:bodyPr>
          <a:lstStyle/>
          <a:p>
            <a:pPr indent="0" lvl="0" marL="0" marR="0" rtl="0" algn="l">
              <a:lnSpc>
                <a:spcPct val="100000"/>
              </a:lnSpc>
              <a:spcBef>
                <a:spcPts val="0"/>
              </a:spcBef>
              <a:spcAft>
                <a:spcPts val="0"/>
              </a:spcAft>
              <a:buClr>
                <a:schemeClr val="dk1"/>
              </a:buClr>
              <a:buSzPct val="100000"/>
              <a:buFont typeface="Arial"/>
              <a:buNone/>
            </a:pPr>
            <a:r>
              <a:rPr lang="ru" sz="2800">
                <a:solidFill>
                  <a:schemeClr val="dk1"/>
                </a:solidFill>
              </a:rPr>
              <a:t>Our path to advanced analysis looks like tutorial:</a:t>
            </a:r>
            <a:endParaRPr b="0" i="0" sz="2800" u="none" cap="none" strike="noStrike">
              <a:solidFill>
                <a:srgbClr val="000000"/>
              </a:solidFill>
              <a:latin typeface="Arial"/>
              <a:ea typeface="Arial"/>
              <a:cs typeface="Arial"/>
              <a:sym typeface="Arial"/>
            </a:endParaRPr>
          </a:p>
        </p:txBody>
      </p:sp>
      <p:pic>
        <p:nvPicPr>
          <p:cNvPr id="150" name="Google Shape;150;g3d54d852394_0_5"/>
          <p:cNvPicPr preferRelativeResize="0"/>
          <p:nvPr/>
        </p:nvPicPr>
        <p:blipFill>
          <a:blip r:embed="rId3">
            <a:alphaModFix/>
          </a:blip>
          <a:stretch>
            <a:fillRect/>
          </a:stretch>
        </p:blipFill>
        <p:spPr>
          <a:xfrm>
            <a:off x="1295395" y="1169460"/>
            <a:ext cx="1943100" cy="3657600"/>
          </a:xfrm>
          <a:prstGeom prst="rect">
            <a:avLst/>
          </a:prstGeom>
          <a:noFill/>
          <a:ln>
            <a:noFill/>
          </a:ln>
        </p:spPr>
      </p:pic>
      <p:grpSp>
        <p:nvGrpSpPr>
          <p:cNvPr id="151" name="Google Shape;151;g3d54d852394_0_5"/>
          <p:cNvGrpSpPr/>
          <p:nvPr/>
        </p:nvGrpSpPr>
        <p:grpSpPr>
          <a:xfrm>
            <a:off x="5113015" y="1087435"/>
            <a:ext cx="2757040" cy="3821640"/>
            <a:chOff x="4236715" y="1087435"/>
            <a:chExt cx="2757040" cy="3821640"/>
          </a:xfrm>
        </p:grpSpPr>
        <p:pic>
          <p:nvPicPr>
            <p:cNvPr id="152" name="Google Shape;152;g3d54d852394_0_5"/>
            <p:cNvPicPr preferRelativeResize="0"/>
            <p:nvPr/>
          </p:nvPicPr>
          <p:blipFill>
            <a:blip r:embed="rId4">
              <a:alphaModFix/>
            </a:blip>
            <a:stretch>
              <a:fillRect/>
            </a:stretch>
          </p:blipFill>
          <p:spPr>
            <a:xfrm>
              <a:off x="4236715" y="1087435"/>
              <a:ext cx="2757040" cy="3821640"/>
            </a:xfrm>
            <a:prstGeom prst="rect">
              <a:avLst/>
            </a:prstGeom>
            <a:noFill/>
            <a:ln>
              <a:noFill/>
            </a:ln>
          </p:spPr>
        </p:pic>
        <p:sp>
          <p:nvSpPr>
            <p:cNvPr id="153" name="Google Shape;153;g3d54d852394_0_5"/>
            <p:cNvSpPr/>
            <p:nvPr/>
          </p:nvSpPr>
          <p:spPr>
            <a:xfrm>
              <a:off x="5943600" y="4579625"/>
              <a:ext cx="518100" cy="247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
          <p:cNvSpPr txBox="1"/>
          <p:nvPr>
            <p:ph idx="4294967295" type="title"/>
          </p:nvPr>
        </p:nvSpPr>
        <p:spPr>
          <a:xfrm>
            <a:off x="311760" y="444960"/>
            <a:ext cx="8519760" cy="572040"/>
          </a:xfrm>
          <a:prstGeom prst="rect">
            <a:avLst/>
          </a:prstGeom>
          <a:noFill/>
          <a:ln>
            <a:noFill/>
          </a:ln>
        </p:spPr>
        <p:txBody>
          <a:bodyPr anchorCtr="0" anchor="t" bIns="91425" lIns="0" spcFirstLastPara="1" rIns="0" wrap="square" tIns="91425">
            <a:normAutofit fontScale="93000"/>
          </a:bodyPr>
          <a:lstStyle/>
          <a:p>
            <a:pPr indent="0" lvl="0" marL="0" marR="0" rtl="0" algn="l">
              <a:lnSpc>
                <a:spcPct val="100000"/>
              </a:lnSpc>
              <a:spcBef>
                <a:spcPts val="0"/>
              </a:spcBef>
              <a:spcAft>
                <a:spcPts val="0"/>
              </a:spcAft>
              <a:buClr>
                <a:schemeClr val="dk1"/>
              </a:buClr>
              <a:buSzPct val="100000"/>
              <a:buFont typeface="Arial"/>
              <a:buNone/>
            </a:pPr>
            <a:r>
              <a:rPr b="0" i="0" lang="ru" sz="2800" u="none" cap="none" strike="noStrike">
                <a:solidFill>
                  <a:schemeClr val="dk1"/>
                </a:solidFill>
                <a:latin typeface="Arial"/>
                <a:ea typeface="Arial"/>
                <a:cs typeface="Arial"/>
                <a:sym typeface="Arial"/>
              </a:rPr>
              <a:t>Main home messages for today: 12/04/2026</a:t>
            </a:r>
            <a:endParaRPr b="0" i="0" sz="2800" u="none" cap="none" strike="noStrike">
              <a:solidFill>
                <a:srgbClr val="000000"/>
              </a:solidFill>
              <a:latin typeface="Arial"/>
              <a:ea typeface="Arial"/>
              <a:cs typeface="Arial"/>
              <a:sym typeface="Arial"/>
            </a:endParaRPr>
          </a:p>
        </p:txBody>
      </p:sp>
      <p:sp>
        <p:nvSpPr>
          <p:cNvPr id="159" name="Google Shape;159;p2"/>
          <p:cNvSpPr txBox="1"/>
          <p:nvPr>
            <p:ph idx="4294967295" type="body"/>
          </p:nvPr>
        </p:nvSpPr>
        <p:spPr>
          <a:xfrm>
            <a:off x="311760" y="1152360"/>
            <a:ext cx="3816360" cy="3415680"/>
          </a:xfrm>
          <a:prstGeom prst="rect">
            <a:avLst/>
          </a:prstGeom>
          <a:noFill/>
          <a:ln>
            <a:noFill/>
          </a:ln>
        </p:spPr>
        <p:txBody>
          <a:bodyPr anchorCtr="0" anchor="t" bIns="91425" lIns="0" spcFirstLastPara="1" rIns="0" wrap="square" tIns="91425">
            <a:normAutofit/>
          </a:bodyPr>
          <a:lstStyle/>
          <a:p>
            <a:pPr indent="-343080" lvl="0" marL="457200" marR="0" rtl="0" algn="l">
              <a:lnSpc>
                <a:spcPct val="115000"/>
              </a:lnSpc>
              <a:spcBef>
                <a:spcPts val="0"/>
              </a:spcBef>
              <a:spcAft>
                <a:spcPts val="0"/>
              </a:spcAft>
              <a:buClr>
                <a:srgbClr val="595959"/>
              </a:buClr>
              <a:buSzPts val="1800"/>
              <a:buFont typeface="Arial"/>
              <a:buAutoNum type="arabicParenR"/>
            </a:pPr>
            <a:r>
              <a:rPr b="1" i="0" lang="ru" sz="1800" u="none" cap="none" strike="noStrike">
                <a:solidFill>
                  <a:schemeClr val="dk2"/>
                </a:solidFill>
                <a:latin typeface="Arial"/>
                <a:ea typeface="Arial"/>
                <a:cs typeface="Arial"/>
                <a:sym typeface="Arial"/>
              </a:rPr>
              <a:t>MAT</a:t>
            </a:r>
            <a:r>
              <a:rPr b="0" i="0" lang="ru" sz="1800" u="none" cap="none" strike="noStrike">
                <a:solidFill>
                  <a:schemeClr val="dk2"/>
                </a:solidFill>
                <a:latin typeface="Arial"/>
                <a:ea typeface="Arial"/>
                <a:cs typeface="Arial"/>
                <a:sym typeface="Arial"/>
              </a:rPr>
              <a:t>RIX </a:t>
            </a:r>
            <a:r>
              <a:rPr b="1" i="0" lang="ru" sz="1800" u="none" cap="none" strike="noStrike">
                <a:solidFill>
                  <a:schemeClr val="dk2"/>
                </a:solidFill>
                <a:latin typeface="Arial"/>
                <a:ea typeface="Arial"/>
                <a:cs typeface="Arial"/>
                <a:sym typeface="Arial"/>
              </a:rPr>
              <a:t>LAB</a:t>
            </a:r>
            <a:r>
              <a:rPr b="0" i="0" lang="ru" sz="1800" u="none" cap="none" strike="noStrike">
                <a:solidFill>
                  <a:schemeClr val="dk2"/>
                </a:solidFill>
                <a:latin typeface="Arial"/>
                <a:ea typeface="Arial"/>
                <a:cs typeface="Arial"/>
                <a:sym typeface="Arial"/>
              </a:rPr>
              <a:t>ORATORY</a:t>
            </a:r>
            <a:br>
              <a:rPr b="0" i="0" lang="ru" sz="1800" u="none" cap="none" strike="noStrike"/>
            </a:br>
            <a:r>
              <a:rPr b="0" i="0" lang="ru" sz="1800" u="none" cap="none" strike="noStrike">
                <a:solidFill>
                  <a:schemeClr val="dk2"/>
                </a:solidFill>
                <a:latin typeface="Arial"/>
                <a:ea typeface="Arial"/>
                <a:cs typeface="Arial"/>
                <a:sym typeface="Arial"/>
              </a:rPr>
              <a:t> </a:t>
            </a:r>
            <a:endParaRPr b="0" i="0" sz="1800" u="none" cap="none" strike="noStrike">
              <a:solidFill>
                <a:srgbClr val="000000"/>
              </a:solidFill>
              <a:latin typeface="Arial"/>
              <a:ea typeface="Arial"/>
              <a:cs typeface="Arial"/>
              <a:sym typeface="Arial"/>
            </a:endParaRPr>
          </a:p>
          <a:p>
            <a:pPr indent="-343080" lvl="0" marL="457200" marR="0" rtl="0" algn="l">
              <a:lnSpc>
                <a:spcPct val="115000"/>
              </a:lnSpc>
              <a:spcBef>
                <a:spcPts val="0"/>
              </a:spcBef>
              <a:spcAft>
                <a:spcPts val="0"/>
              </a:spcAft>
              <a:buClr>
                <a:srgbClr val="595959"/>
              </a:buClr>
              <a:buSzPts val="1800"/>
              <a:buFont typeface="Arial"/>
              <a:buAutoNum type="arabicParenR"/>
            </a:pPr>
            <a:r>
              <a:rPr b="1" i="0" lang="ru" sz="1800" u="none" cap="none" strike="noStrike">
                <a:solidFill>
                  <a:schemeClr val="dk2"/>
                </a:solidFill>
                <a:latin typeface="Arial"/>
                <a:ea typeface="Arial"/>
                <a:cs typeface="Arial"/>
                <a:sym typeface="Arial"/>
              </a:rPr>
              <a:t>Variable</a:t>
            </a:r>
            <a:r>
              <a:rPr b="0" i="0" lang="ru" sz="1800" u="none" cap="none" strike="noStrike">
                <a:solidFill>
                  <a:schemeClr val="dk2"/>
                </a:solidFill>
                <a:latin typeface="Arial"/>
                <a:ea typeface="Arial"/>
                <a:cs typeface="Arial"/>
                <a:sym typeface="Arial"/>
              </a:rPr>
              <a:t> types - it’s not just a number</a:t>
            </a:r>
            <a:br>
              <a:rPr b="0" i="0" lang="ru" sz="1800" u="none" cap="none" strike="noStrike"/>
            </a:br>
            <a:r>
              <a:rPr b="0" i="0" lang="ru" sz="1800" u="none" cap="none" strike="noStrike">
                <a:solidFill>
                  <a:schemeClr val="dk2"/>
                </a:solidFill>
                <a:latin typeface="Arial"/>
                <a:ea typeface="Arial"/>
                <a:cs typeface="Arial"/>
                <a:sym typeface="Arial"/>
              </a:rPr>
              <a:t> </a:t>
            </a:r>
            <a:endParaRPr b="0" i="0" sz="1800" u="none" cap="none" strike="noStrike">
              <a:solidFill>
                <a:srgbClr val="000000"/>
              </a:solidFill>
              <a:latin typeface="Arial"/>
              <a:ea typeface="Arial"/>
              <a:cs typeface="Arial"/>
              <a:sym typeface="Arial"/>
            </a:endParaRPr>
          </a:p>
          <a:p>
            <a:pPr indent="-343080" lvl="0" marL="457200" marR="0" rtl="0" algn="l">
              <a:lnSpc>
                <a:spcPct val="115000"/>
              </a:lnSpc>
              <a:spcBef>
                <a:spcPts val="0"/>
              </a:spcBef>
              <a:spcAft>
                <a:spcPts val="0"/>
              </a:spcAft>
              <a:buClr>
                <a:srgbClr val="595959"/>
              </a:buClr>
              <a:buSzPts val="1800"/>
              <a:buFont typeface="Arial"/>
              <a:buAutoNum type="arabicParenR"/>
            </a:pPr>
            <a:r>
              <a:rPr b="1" i="0" lang="ru" sz="1800" u="none" cap="none" strike="noStrike">
                <a:solidFill>
                  <a:schemeClr val="dk2"/>
                </a:solidFill>
                <a:latin typeface="Arial"/>
                <a:ea typeface="Arial"/>
                <a:cs typeface="Arial"/>
                <a:sym typeface="Arial"/>
              </a:rPr>
              <a:t>Statistics analysis</a:t>
            </a:r>
            <a:r>
              <a:rPr b="0" i="0" lang="ru" sz="1800" u="none" cap="none" strike="noStrike">
                <a:solidFill>
                  <a:schemeClr val="dk2"/>
                </a:solidFill>
                <a:latin typeface="Arial"/>
                <a:ea typeface="Arial"/>
                <a:cs typeface="Arial"/>
                <a:sym typeface="Arial"/>
              </a:rPr>
              <a:t> in Matlab - you will be as happy as</a:t>
            </a:r>
            <a:endParaRPr b="0" i="0" sz="1800" u="none" cap="none" strike="noStrike">
              <a:solidFill>
                <a:srgbClr val="000000"/>
              </a:solidFill>
              <a:latin typeface="Arial"/>
              <a:ea typeface="Arial"/>
              <a:cs typeface="Arial"/>
              <a:sym typeface="Arial"/>
            </a:endParaRPr>
          </a:p>
        </p:txBody>
      </p:sp>
      <p:pic>
        <p:nvPicPr>
          <p:cNvPr id="160" name="Google Shape;160;p2"/>
          <p:cNvPicPr preferRelativeResize="0"/>
          <p:nvPr/>
        </p:nvPicPr>
        <p:blipFill rotWithShape="1">
          <a:blip r:embed="rId3">
            <a:alphaModFix/>
          </a:blip>
          <a:srcRect b="0" l="0" r="0" t="0"/>
          <a:stretch/>
        </p:blipFill>
        <p:spPr>
          <a:xfrm>
            <a:off x="8705880" y="0"/>
            <a:ext cx="437400" cy="389880"/>
          </a:xfrm>
          <a:prstGeom prst="rect">
            <a:avLst/>
          </a:prstGeom>
          <a:noFill/>
          <a:ln>
            <a:noFill/>
          </a:ln>
        </p:spPr>
      </p:pic>
      <p:pic>
        <p:nvPicPr>
          <p:cNvPr id="161" name="Google Shape;161;p2">
            <a:hlinkClick r:id="rId4"/>
          </p:cNvPr>
          <p:cNvPicPr preferRelativeResize="0"/>
          <p:nvPr/>
        </p:nvPicPr>
        <p:blipFill rotWithShape="1">
          <a:blip r:embed="rId5">
            <a:alphaModFix/>
          </a:blip>
          <a:srcRect b="0" l="0" r="0" t="0"/>
          <a:stretch/>
        </p:blipFill>
        <p:spPr>
          <a:xfrm>
            <a:off x="4281480" y="1170000"/>
            <a:ext cx="4709520" cy="264672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gtEl>
                                        <p:attrNameLst>
                                          <p:attrName>style.visibility</p:attrName>
                                        </p:attrNameLst>
                                      </p:cBhvr>
                                      <p:to>
                                        <p:strVal val="visible"/>
                                      </p:to>
                                    </p:set>
                                    <p:animEffect filter="fade" transition="in">
                                      <p:cBhvr>
                                        <p:cTn dur="1000"/>
                                        <p:tgtEl>
                                          <p:spTgt spid="1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gtEl>
                                        <p:attrNameLst>
                                          <p:attrName>style.visibility</p:attrName>
                                        </p:attrNameLst>
                                      </p:cBhvr>
                                      <p:to>
                                        <p:strVal val="visible"/>
                                      </p:to>
                                    </p:set>
                                    <p:animEffect filter="fade" transition="in">
                                      <p:cBhvr>
                                        <p:cTn dur="1000"/>
                                        <p:tgtEl>
                                          <p:spTgt spid="1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3"/>
          <p:cNvSpPr txBox="1"/>
          <p:nvPr>
            <p:ph type="title"/>
          </p:nvPr>
        </p:nvSpPr>
        <p:spPr>
          <a:xfrm>
            <a:off x="155660" y="273760"/>
            <a:ext cx="8519700" cy="572100"/>
          </a:xfrm>
          <a:prstGeom prst="rect">
            <a:avLst/>
          </a:prstGeom>
          <a:noFill/>
          <a:ln>
            <a:noFill/>
          </a:ln>
        </p:spPr>
        <p:txBody>
          <a:bodyPr anchorCtr="0" anchor="t" bIns="91425" lIns="0" spcFirstLastPara="1" rIns="0" wrap="square" tIns="91425">
            <a:normAutofit fontScale="90000"/>
          </a:bodyPr>
          <a:lstStyle/>
          <a:p>
            <a:pPr indent="0" lvl="0" marL="0" rtl="0" algn="l">
              <a:lnSpc>
                <a:spcPct val="100000"/>
              </a:lnSpc>
              <a:spcBef>
                <a:spcPts val="0"/>
              </a:spcBef>
              <a:spcAft>
                <a:spcPts val="0"/>
              </a:spcAft>
              <a:buClr>
                <a:schemeClr val="dk1"/>
              </a:buClr>
              <a:buSzPct val="100000"/>
              <a:buFont typeface="Arial"/>
              <a:buNone/>
            </a:pPr>
            <a:r>
              <a:rPr b="0" lang="ru" sz="2800" strike="noStrike">
                <a:solidFill>
                  <a:schemeClr val="dk1"/>
                </a:solidFill>
                <a:latin typeface="Arial"/>
                <a:ea typeface="Arial"/>
                <a:cs typeface="Arial"/>
                <a:sym typeface="Arial"/>
              </a:rPr>
              <a:t>Before to install</a:t>
            </a:r>
            <a:endParaRPr b="0" sz="2800" strike="noStrike">
              <a:solidFill>
                <a:srgbClr val="000000"/>
              </a:solidFill>
              <a:latin typeface="Arial"/>
              <a:ea typeface="Arial"/>
              <a:cs typeface="Arial"/>
              <a:sym typeface="Arial"/>
            </a:endParaRPr>
          </a:p>
        </p:txBody>
      </p:sp>
      <p:sp>
        <p:nvSpPr>
          <p:cNvPr id="167" name="Google Shape;167;p3"/>
          <p:cNvSpPr txBox="1"/>
          <p:nvPr>
            <p:ph idx="1" type="body"/>
          </p:nvPr>
        </p:nvSpPr>
        <p:spPr>
          <a:xfrm>
            <a:off x="155650" y="975700"/>
            <a:ext cx="7205700" cy="1421100"/>
          </a:xfrm>
          <a:prstGeom prst="rect">
            <a:avLst/>
          </a:prstGeom>
          <a:noFill/>
          <a:ln>
            <a:noFill/>
          </a:ln>
        </p:spPr>
        <p:txBody>
          <a:bodyPr anchorCtr="0" anchor="t" bIns="0" lIns="0" spcFirstLastPara="1" rIns="0" wrap="square" tIns="0">
            <a:noAutofit/>
          </a:bodyPr>
          <a:lstStyle/>
          <a:p>
            <a:pPr indent="0" lvl="0" marL="380160" marR="0" rtl="0" algn="l">
              <a:lnSpc>
                <a:spcPct val="115000"/>
              </a:lnSpc>
              <a:spcBef>
                <a:spcPts val="0"/>
              </a:spcBef>
              <a:spcAft>
                <a:spcPts val="0"/>
              </a:spcAft>
              <a:buClr>
                <a:schemeClr val="dk1"/>
              </a:buClr>
              <a:buSzPts val="1300"/>
              <a:buFont typeface="Arial"/>
              <a:buNone/>
            </a:pPr>
            <a:r>
              <a:rPr b="0" i="0" lang="ru" sz="1500" u="none" cap="none" strike="noStrike">
                <a:solidFill>
                  <a:schemeClr val="dk1"/>
                </a:solidFill>
                <a:latin typeface="Arial"/>
                <a:ea typeface="Arial"/>
                <a:cs typeface="Arial"/>
                <a:sym typeface="Arial"/>
              </a:rPr>
              <a:t>MATLAB was originally developed in the late 1970s by </a:t>
            </a:r>
            <a:r>
              <a:rPr b="0" i="1" lang="ru" sz="1500" u="none" cap="none" strike="noStrike">
                <a:solidFill>
                  <a:schemeClr val="dk1"/>
                </a:solidFill>
                <a:latin typeface="Arial"/>
                <a:ea typeface="Arial"/>
                <a:cs typeface="Arial"/>
                <a:sym typeface="Arial"/>
              </a:rPr>
              <a:t>Cleve</a:t>
            </a:r>
            <a:r>
              <a:rPr b="0" i="0" lang="ru" sz="1500" u="none" cap="none" strike="noStrike">
                <a:solidFill>
                  <a:schemeClr val="dk1"/>
                </a:solidFill>
                <a:latin typeface="Arial"/>
                <a:ea typeface="Arial"/>
                <a:cs typeface="Arial"/>
                <a:sym typeface="Arial"/>
              </a:rPr>
              <a:t> </a:t>
            </a:r>
            <a:r>
              <a:rPr b="0" i="1" lang="ru" sz="1500" u="none" cap="none" strike="noStrike">
                <a:solidFill>
                  <a:schemeClr val="dk1"/>
                </a:solidFill>
                <a:latin typeface="Arial"/>
                <a:ea typeface="Arial"/>
                <a:cs typeface="Arial"/>
                <a:sym typeface="Arial"/>
              </a:rPr>
              <a:t>Moler</a:t>
            </a:r>
            <a:r>
              <a:rPr b="0" i="0" lang="ru" sz="1500" u="none" cap="none" strike="noStrike">
                <a:solidFill>
                  <a:schemeClr val="dk1"/>
                </a:solidFill>
                <a:latin typeface="Arial"/>
                <a:ea typeface="Arial"/>
                <a:cs typeface="Arial"/>
                <a:sym typeface="Arial"/>
              </a:rPr>
              <a:t>, a professor of mathematics who decided to provide his students </a:t>
            </a:r>
            <a:r>
              <a:rPr b="1" i="0" lang="ru" sz="1500" u="none" cap="none" strike="noStrike">
                <a:solidFill>
                  <a:schemeClr val="dk1"/>
                </a:solidFill>
              </a:rPr>
              <a:t>easy access to libraries for numerical linear algebra, essentially making matrix computations accessible without diving into lower-level programming</a:t>
            </a:r>
            <a:r>
              <a:rPr b="0" i="0" lang="ru" sz="1500" u="none" cap="none" strike="noStrike">
                <a:solidFill>
                  <a:schemeClr val="dk1"/>
                </a:solidFill>
                <a:latin typeface="Arial"/>
                <a:ea typeface="Arial"/>
                <a:cs typeface="Arial"/>
                <a:sym typeface="Arial"/>
              </a:rPr>
              <a:t> (good professor).</a:t>
            </a:r>
            <a:br>
              <a:rPr b="0" i="0" lang="ru" sz="1500" u="none" cap="none" strike="noStrike"/>
            </a:br>
            <a:endParaRPr b="0" i="0" sz="1500" u="none" cap="none" strike="noStrike">
              <a:solidFill>
                <a:srgbClr val="000000"/>
              </a:solidFill>
              <a:latin typeface="Arial"/>
              <a:ea typeface="Arial"/>
              <a:cs typeface="Arial"/>
              <a:sym typeface="Arial"/>
            </a:endParaRPr>
          </a:p>
          <a:p>
            <a:pPr indent="0" lvl="0" marL="380160" marR="0" rtl="0" algn="l">
              <a:lnSpc>
                <a:spcPct val="115000"/>
              </a:lnSpc>
              <a:spcBef>
                <a:spcPts val="0"/>
              </a:spcBef>
              <a:spcAft>
                <a:spcPts val="0"/>
              </a:spcAft>
              <a:buClr>
                <a:schemeClr val="dk1"/>
              </a:buClr>
              <a:buSzPts val="1300"/>
              <a:buFont typeface="Arial"/>
              <a:buNone/>
            </a:pPr>
            <a:r>
              <a:rPr b="0" i="0" lang="ru" sz="1500" u="none" cap="none" strike="noStrike">
                <a:solidFill>
                  <a:schemeClr val="dk1"/>
                </a:solidFill>
                <a:latin typeface="Arial"/>
                <a:ea typeface="Arial"/>
                <a:cs typeface="Arial"/>
                <a:sym typeface="Arial"/>
              </a:rPr>
              <a:t>MATLAB stands for </a:t>
            </a:r>
            <a:r>
              <a:rPr b="1" i="0" lang="ru" sz="1500" u="none" cap="none" strike="noStrike">
                <a:solidFill>
                  <a:schemeClr val="dk1"/>
                </a:solidFill>
                <a:latin typeface="Arial"/>
                <a:ea typeface="Arial"/>
                <a:cs typeface="Arial"/>
                <a:sym typeface="Arial"/>
              </a:rPr>
              <a:t>MAT</a:t>
            </a:r>
            <a:r>
              <a:rPr b="0" i="0" lang="ru" sz="1500" u="none" cap="none" strike="noStrike">
                <a:solidFill>
                  <a:schemeClr val="dk1"/>
                </a:solidFill>
                <a:latin typeface="Arial"/>
                <a:ea typeface="Arial"/>
                <a:cs typeface="Arial"/>
                <a:sym typeface="Arial"/>
              </a:rPr>
              <a:t>rix </a:t>
            </a:r>
            <a:r>
              <a:rPr b="1" i="0" lang="ru" sz="1500" u="none" cap="none" strike="noStrike">
                <a:solidFill>
                  <a:schemeClr val="dk1"/>
                </a:solidFill>
                <a:latin typeface="Arial"/>
                <a:ea typeface="Arial"/>
                <a:cs typeface="Arial"/>
                <a:sym typeface="Arial"/>
              </a:rPr>
              <a:t>LAB</a:t>
            </a:r>
            <a:r>
              <a:rPr b="0" i="0" lang="ru" sz="1500" u="none" cap="none" strike="noStrike">
                <a:solidFill>
                  <a:schemeClr val="dk1"/>
                </a:solidFill>
                <a:latin typeface="Arial"/>
                <a:ea typeface="Arial"/>
                <a:cs typeface="Arial"/>
                <a:sym typeface="Arial"/>
              </a:rPr>
              <a:t>oratory. It was builded to work with multi-dimensional matrixes. And for biology, where we have data in 3D dimension (cell, time, activity), 4D, ... its extremly important product advantage.</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300"/>
              <a:buFont typeface="Arial"/>
              <a:buNone/>
            </a:pPr>
            <a:r>
              <a:t/>
            </a:r>
            <a:endParaRPr b="0" i="0" sz="1500" u="none" cap="none" strike="noStrike">
              <a:solidFill>
                <a:srgbClr val="000000"/>
              </a:solidFill>
              <a:latin typeface="Arial"/>
              <a:ea typeface="Arial"/>
              <a:cs typeface="Arial"/>
              <a:sym typeface="Arial"/>
            </a:endParaRPr>
          </a:p>
        </p:txBody>
      </p:sp>
      <p:pic>
        <p:nvPicPr>
          <p:cNvPr id="168" name="Google Shape;168;p3"/>
          <p:cNvPicPr preferRelativeResize="0"/>
          <p:nvPr/>
        </p:nvPicPr>
        <p:blipFill rotWithShape="1">
          <a:blip r:embed="rId3">
            <a:alphaModFix/>
          </a:blip>
          <a:srcRect b="0" l="0" r="0" t="0"/>
          <a:stretch/>
        </p:blipFill>
        <p:spPr>
          <a:xfrm>
            <a:off x="7499000" y="1037718"/>
            <a:ext cx="1297080" cy="1297080"/>
          </a:xfrm>
          <a:prstGeom prst="rect">
            <a:avLst/>
          </a:prstGeom>
          <a:noFill/>
          <a:ln>
            <a:noFill/>
          </a:ln>
        </p:spPr>
      </p:pic>
      <p:pic>
        <p:nvPicPr>
          <p:cNvPr id="169" name="Google Shape;169;p3"/>
          <p:cNvPicPr preferRelativeResize="0"/>
          <p:nvPr/>
        </p:nvPicPr>
        <p:blipFill>
          <a:blip r:embed="rId4">
            <a:alphaModFix/>
          </a:blip>
          <a:stretch>
            <a:fillRect/>
          </a:stretch>
        </p:blipFill>
        <p:spPr>
          <a:xfrm>
            <a:off x="2941350" y="3174351"/>
            <a:ext cx="3535875" cy="193022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
                                            <p:txEl>
                                              <p:pRg end="2" st="2"/>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4"/>
          <p:cNvSpPr txBox="1"/>
          <p:nvPr>
            <p:ph idx="4294967295" type="body"/>
          </p:nvPr>
        </p:nvSpPr>
        <p:spPr>
          <a:xfrm>
            <a:off x="311750" y="1152350"/>
            <a:ext cx="7967700" cy="3876900"/>
          </a:xfrm>
          <a:prstGeom prst="rect">
            <a:avLst/>
          </a:prstGeom>
          <a:noFill/>
          <a:ln>
            <a:noFill/>
          </a:ln>
        </p:spPr>
        <p:txBody>
          <a:bodyPr anchorCtr="0" anchor="t" bIns="91425" lIns="0" spcFirstLastPara="1" rIns="0" wrap="square" tIns="91425">
            <a:normAutofit/>
          </a:bodyPr>
          <a:lstStyle/>
          <a:p>
            <a:pPr indent="0" lvl="0" marL="0" marR="0" rtl="0" algn="l">
              <a:lnSpc>
                <a:spcPct val="100000"/>
              </a:lnSpc>
              <a:spcBef>
                <a:spcPts val="0"/>
              </a:spcBef>
              <a:spcAft>
                <a:spcPts val="0"/>
              </a:spcAft>
              <a:buClr>
                <a:schemeClr val="dk1"/>
              </a:buClr>
              <a:buSzPts val="1300"/>
              <a:buFont typeface="Arial"/>
              <a:buNone/>
            </a:pPr>
            <a:r>
              <a:rPr b="0" i="0" lang="ru" sz="1300" u="none" cap="none" strike="noStrike">
                <a:solidFill>
                  <a:schemeClr val="dk1"/>
                </a:solidFill>
                <a:latin typeface="Arial"/>
                <a:ea typeface="Arial"/>
                <a:cs typeface="Arial"/>
                <a:sym typeface="Arial"/>
              </a:rPr>
              <a:t> 1. </a:t>
            </a:r>
            <a:r>
              <a:rPr b="1" i="0" lang="ru" sz="1300" u="none" cap="none" strike="noStrike">
                <a:solidFill>
                  <a:schemeClr val="dk1"/>
                </a:solidFill>
                <a:latin typeface="Arial"/>
                <a:ea typeface="Arial"/>
                <a:cs typeface="Arial"/>
                <a:sym typeface="Arial"/>
              </a:rPr>
              <a:t>The "No-Loop" advantage for multidimensional data</a:t>
            </a:r>
            <a:br>
              <a:rPr b="0" i="0" lang="ru" sz="1300" u="none" cap="none" strike="noStrike"/>
            </a:br>
            <a:br>
              <a:rPr b="0" i="0" lang="ru" sz="1300" u="none" cap="none" strike="noStrike"/>
            </a:br>
            <a:r>
              <a:rPr b="0" i="0" lang="ru" sz="1300" u="none" cap="none" strike="noStrike">
                <a:solidFill>
                  <a:schemeClr val="dk1"/>
                </a:solidFill>
                <a:latin typeface="Arial"/>
                <a:ea typeface="Arial"/>
                <a:cs typeface="Arial"/>
                <a:sym typeface="Arial"/>
              </a:rPr>
              <a:t>Biological data (Imaging, EEG, Omics) = Massive Multidimensional Matrices.</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300"/>
              <a:buFont typeface="Arial"/>
              <a:buNone/>
            </a:pPr>
            <a:r>
              <a:rPr b="0" i="1" lang="ru" sz="1300" u="none" cap="none" strike="noStrike">
                <a:solidFill>
                  <a:schemeClr val="dk1"/>
                </a:solidFill>
                <a:latin typeface="Arial"/>
                <a:ea typeface="Arial"/>
                <a:cs typeface="Arial"/>
                <a:sym typeface="Arial"/>
              </a:rPr>
              <a:t>Vectorization</a:t>
            </a:r>
            <a:r>
              <a:rPr b="0" i="0" lang="ru" sz="1300" u="none" cap="none" strike="noStrike">
                <a:solidFill>
                  <a:schemeClr val="dk1"/>
                </a:solidFill>
                <a:latin typeface="Arial"/>
                <a:ea typeface="Arial"/>
                <a:cs typeface="Arial"/>
                <a:sym typeface="Arial"/>
              </a:rPr>
              <a:t>: Processes entire datasets instantly using linear algebra, bypassing slow, nested for loops.</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SzPts val="1300"/>
              <a:buFont typeface="Arial"/>
              <a:buNone/>
            </a:pPr>
            <a:r>
              <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300"/>
              <a:buFont typeface="Arial"/>
              <a:buNone/>
            </a:pPr>
            <a:r>
              <a:rPr b="0" i="0" lang="ru" sz="1300" u="none" cap="none" strike="noStrike">
                <a:solidFill>
                  <a:schemeClr val="dk1"/>
                </a:solidFill>
                <a:latin typeface="Arial"/>
                <a:ea typeface="Arial"/>
                <a:cs typeface="Arial"/>
                <a:sym typeface="Arial"/>
              </a:rPr>
              <a:t>2. </a:t>
            </a:r>
            <a:r>
              <a:rPr b="1" i="0" lang="ru" sz="1300" u="none" cap="none" strike="noStrike">
                <a:solidFill>
                  <a:schemeClr val="dk1"/>
                </a:solidFill>
                <a:latin typeface="Arial"/>
                <a:ea typeface="Arial"/>
                <a:cs typeface="Arial"/>
                <a:sym typeface="Arial"/>
              </a:rPr>
              <a:t>The electrophysiology gold standard</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SzPts val="1300"/>
              <a:buFont typeface="Arial"/>
              <a:buNone/>
            </a:pPr>
            <a:r>
              <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300"/>
              <a:buFont typeface="Arial"/>
              <a:buNone/>
            </a:pPr>
            <a:r>
              <a:rPr b="0" i="0" lang="ru" sz="1300" u="none" cap="none" strike="noStrike">
                <a:solidFill>
                  <a:schemeClr val="dk1"/>
                </a:solidFill>
                <a:latin typeface="Arial"/>
                <a:ea typeface="Arial"/>
                <a:cs typeface="Arial"/>
                <a:sym typeface="Arial"/>
              </a:rPr>
              <a:t>Native environment for trusted, peer-reviewed toolboxes: </a:t>
            </a:r>
            <a:r>
              <a:rPr b="1" i="0" lang="ru" sz="1300" u="none" cap="none" strike="noStrike">
                <a:solidFill>
                  <a:schemeClr val="dk1"/>
                </a:solidFill>
                <a:latin typeface="Arial"/>
                <a:ea typeface="Arial"/>
                <a:cs typeface="Arial"/>
                <a:sym typeface="Arial"/>
              </a:rPr>
              <a:t>EEGLAB, FieldTrip, SPM.</a:t>
            </a:r>
            <a:r>
              <a:rPr b="0" i="0" lang="ru" sz="1300" u="none" cap="none" strike="noStrike">
                <a:solidFill>
                  <a:schemeClr val="dk1"/>
                </a:solidFill>
                <a:latin typeface="Arial"/>
                <a:ea typeface="Arial"/>
                <a:cs typeface="Arial"/>
                <a:sym typeface="Arial"/>
              </a:rPr>
              <a:t> </a:t>
            </a:r>
            <a:br>
              <a:rPr b="0" i="0" lang="ru" sz="1300" u="none" cap="none" strike="noStrike"/>
            </a:br>
            <a:r>
              <a:rPr b="0" i="1" lang="ru" sz="1300" u="none" cap="none" strike="noStrike">
                <a:solidFill>
                  <a:schemeClr val="dk1"/>
                </a:solidFill>
                <a:latin typeface="Arial"/>
                <a:ea typeface="Arial"/>
                <a:cs typeface="Arial"/>
                <a:sym typeface="Arial"/>
              </a:rPr>
              <a:t>Standardized pipelines for artifact rejection</a:t>
            </a:r>
            <a:r>
              <a:rPr b="0" i="0" lang="ru" sz="1300" u="none" cap="none" strike="noStrike">
                <a:solidFill>
                  <a:schemeClr val="dk1"/>
                </a:solidFill>
                <a:latin typeface="Arial"/>
                <a:ea typeface="Arial"/>
                <a:cs typeface="Arial"/>
                <a:sym typeface="Arial"/>
              </a:rPr>
              <a:t>, spectral analysis, and brain mapping.</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SzPts val="1300"/>
              <a:buFont typeface="Arial"/>
              <a:buNone/>
            </a:pPr>
            <a:r>
              <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300"/>
              <a:buFont typeface="Arial"/>
              <a:buNone/>
            </a:pPr>
            <a:r>
              <a:rPr b="1" i="0" lang="ru" sz="1300" u="none" cap="none" strike="noStrike">
                <a:solidFill>
                  <a:schemeClr val="dk1"/>
                </a:solidFill>
                <a:latin typeface="Arial"/>
                <a:ea typeface="Arial"/>
                <a:cs typeface="Arial"/>
                <a:sym typeface="Arial"/>
              </a:rPr>
              <a:t>3. </a:t>
            </a:r>
            <a:r>
              <a:rPr b="1" i="0" lang="ru" sz="1300" u="sng" cap="none" strike="noStrike">
                <a:solidFill>
                  <a:srgbClr val="FF0000"/>
                </a:solidFill>
                <a:latin typeface="Arial"/>
                <a:ea typeface="Arial"/>
                <a:cs typeface="Arial"/>
                <a:sym typeface="Arial"/>
              </a:rPr>
              <a:t>SimBiology</a:t>
            </a:r>
            <a:r>
              <a:rPr b="1" i="0" lang="ru" sz="1300" u="none" cap="none" strike="noStrike">
                <a:solidFill>
                  <a:schemeClr val="dk1"/>
                </a:solidFill>
                <a:latin typeface="Arial"/>
                <a:ea typeface="Arial"/>
                <a:cs typeface="Arial"/>
                <a:sym typeface="Arial"/>
              </a:rPr>
              <a:t>: modeling dynamic systems</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SzPts val="1300"/>
              <a:buFont typeface="Arial"/>
              <a:buNone/>
            </a:pPr>
            <a:r>
              <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300"/>
              <a:buFont typeface="Arial"/>
              <a:buNone/>
            </a:pPr>
            <a:r>
              <a:rPr b="0" i="0" lang="ru" sz="1300" u="none" cap="none" strike="noStrike">
                <a:solidFill>
                  <a:schemeClr val="dk1"/>
                </a:solidFill>
                <a:latin typeface="Arial"/>
                <a:ea typeface="Arial"/>
                <a:cs typeface="Arial"/>
                <a:sym typeface="Arial"/>
              </a:rPr>
              <a:t>Visual Pathway Builder: Drag-and-drop interface to build complex biological networks and pharmacological models (PK/PD).</a:t>
            </a:r>
            <a:br>
              <a:rPr b="0" i="0" lang="ru" sz="1300" u="none" cap="none" strike="noStrike"/>
            </a:br>
            <a:r>
              <a:rPr b="0" i="1" lang="ru" sz="1300" u="none" cap="none" strike="noStrike">
                <a:solidFill>
                  <a:schemeClr val="dk1"/>
                </a:solidFill>
                <a:latin typeface="Arial"/>
                <a:ea typeface="Arial"/>
                <a:cs typeface="Arial"/>
                <a:sym typeface="Arial"/>
              </a:rPr>
              <a:t>Math-Free Coding:</a:t>
            </a:r>
            <a:r>
              <a:rPr b="0" i="0" lang="ru" sz="1300" u="none" cap="none" strike="noStrike">
                <a:solidFill>
                  <a:schemeClr val="dk1"/>
                </a:solidFill>
                <a:latin typeface="Arial"/>
                <a:ea typeface="Arial"/>
                <a:cs typeface="Arial"/>
                <a:sym typeface="Arial"/>
              </a:rPr>
              <a:t> Automatically translates biological diagrams into complex differential equations (ODEs).</a:t>
            </a:r>
            <a:br>
              <a:rPr b="0" i="0" lang="ru" sz="1300" u="none" cap="none" strike="noStrike"/>
            </a:br>
            <a:r>
              <a:rPr b="0" i="1" lang="ru" sz="1300" u="none" cap="none" strike="noStrike">
                <a:solidFill>
                  <a:schemeClr val="dk1"/>
                </a:solidFill>
                <a:latin typeface="Arial"/>
                <a:ea typeface="Arial"/>
                <a:cs typeface="Arial"/>
                <a:sym typeface="Arial"/>
              </a:rPr>
              <a:t>Simulation</a:t>
            </a:r>
            <a:r>
              <a:rPr b="0" i="0" lang="ru" sz="1300" u="none" cap="none" strike="noStrike">
                <a:solidFill>
                  <a:schemeClr val="dk1"/>
                </a:solidFill>
                <a:latin typeface="Arial"/>
                <a:ea typeface="Arial"/>
                <a:cs typeface="Arial"/>
                <a:sym typeface="Arial"/>
              </a:rPr>
              <a:t>: Test drug dosing and simulate outcomes across thousands of "virtual patients."</a:t>
            </a:r>
            <a:endParaRPr b="0" i="0" sz="1300" u="none" cap="none" strike="noStrike">
              <a:solidFill>
                <a:srgbClr val="000000"/>
              </a:solidFill>
              <a:latin typeface="Arial"/>
              <a:ea typeface="Arial"/>
              <a:cs typeface="Arial"/>
              <a:sym typeface="Arial"/>
            </a:endParaRPr>
          </a:p>
        </p:txBody>
      </p:sp>
      <p:pic>
        <p:nvPicPr>
          <p:cNvPr id="175" name="Google Shape;175;p4"/>
          <p:cNvPicPr preferRelativeResize="0"/>
          <p:nvPr/>
        </p:nvPicPr>
        <p:blipFill rotWithShape="1">
          <a:blip r:embed="rId3">
            <a:alphaModFix/>
          </a:blip>
          <a:srcRect b="0" l="0" r="0" t="0"/>
          <a:stretch/>
        </p:blipFill>
        <p:spPr>
          <a:xfrm>
            <a:off x="8705880" y="0"/>
            <a:ext cx="437400" cy="389880"/>
          </a:xfrm>
          <a:prstGeom prst="rect">
            <a:avLst/>
          </a:prstGeom>
          <a:noFill/>
          <a:ln>
            <a:noFill/>
          </a:ln>
        </p:spPr>
      </p:pic>
      <p:sp>
        <p:nvSpPr>
          <p:cNvPr id="176" name="Google Shape;176;p4"/>
          <p:cNvSpPr txBox="1"/>
          <p:nvPr>
            <p:ph idx="4294967295" type="title"/>
          </p:nvPr>
        </p:nvSpPr>
        <p:spPr>
          <a:xfrm>
            <a:off x="311760" y="444960"/>
            <a:ext cx="8519760" cy="572040"/>
          </a:xfrm>
          <a:prstGeom prst="rect">
            <a:avLst/>
          </a:prstGeom>
          <a:noFill/>
          <a:ln>
            <a:noFill/>
          </a:ln>
        </p:spPr>
        <p:txBody>
          <a:bodyPr anchorCtr="0" anchor="t" bIns="91425" lIns="0" spcFirstLastPara="1" rIns="0" wrap="square" tIns="91425">
            <a:normAutofit fontScale="93000"/>
          </a:bodyPr>
          <a:lstStyle/>
          <a:p>
            <a:pPr indent="0" lvl="0" marL="0" marR="0" rtl="0" algn="l">
              <a:lnSpc>
                <a:spcPct val="100000"/>
              </a:lnSpc>
              <a:spcBef>
                <a:spcPts val="0"/>
              </a:spcBef>
              <a:spcAft>
                <a:spcPts val="0"/>
              </a:spcAft>
              <a:buClr>
                <a:schemeClr val="dk1"/>
              </a:buClr>
              <a:buSzPct val="100000"/>
              <a:buFont typeface="Arial"/>
              <a:buNone/>
            </a:pPr>
            <a:r>
              <a:rPr b="0" i="0" lang="ru" sz="2800" u="none" cap="none" strike="noStrike">
                <a:solidFill>
                  <a:schemeClr val="dk1"/>
                </a:solidFill>
                <a:latin typeface="Arial"/>
                <a:ea typeface="Arial"/>
                <a:cs typeface="Arial"/>
                <a:sym typeface="Arial"/>
              </a:rPr>
              <a:t>Before to install</a:t>
            </a:r>
            <a:endParaRPr b="0" i="0" sz="28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6"/>
          <p:cNvSpPr txBox="1"/>
          <p:nvPr>
            <p:ph idx="4294967295" type="title"/>
          </p:nvPr>
        </p:nvSpPr>
        <p:spPr>
          <a:xfrm>
            <a:off x="311760" y="444960"/>
            <a:ext cx="8519760" cy="572040"/>
          </a:xfrm>
          <a:prstGeom prst="rect">
            <a:avLst/>
          </a:prstGeom>
          <a:noFill/>
          <a:ln>
            <a:noFill/>
          </a:ln>
        </p:spPr>
        <p:txBody>
          <a:bodyPr anchorCtr="0" anchor="t" bIns="91425" lIns="0" spcFirstLastPara="1" rIns="0" wrap="square" tIns="91425">
            <a:normAutofit fontScale="93000"/>
          </a:bodyPr>
          <a:lstStyle/>
          <a:p>
            <a:pPr indent="0" lvl="0" marL="0" marR="0" rtl="0" algn="l">
              <a:lnSpc>
                <a:spcPct val="100000"/>
              </a:lnSpc>
              <a:spcBef>
                <a:spcPts val="0"/>
              </a:spcBef>
              <a:spcAft>
                <a:spcPts val="0"/>
              </a:spcAft>
              <a:buClr>
                <a:schemeClr val="dk1"/>
              </a:buClr>
              <a:buSzPct val="100000"/>
              <a:buFont typeface="Arial"/>
              <a:buNone/>
            </a:pPr>
            <a:r>
              <a:rPr b="0" i="0" lang="ru" sz="2800" u="none" cap="none" strike="noStrike">
                <a:solidFill>
                  <a:schemeClr val="dk1"/>
                </a:solidFill>
                <a:latin typeface="Arial"/>
                <a:ea typeface="Arial"/>
                <a:cs typeface="Arial"/>
                <a:sym typeface="Arial"/>
              </a:rPr>
              <a:t>Installation</a:t>
            </a:r>
            <a:endParaRPr b="0" i="0" sz="2800" u="none" cap="none" strike="noStrike">
              <a:solidFill>
                <a:srgbClr val="000000"/>
              </a:solidFill>
              <a:latin typeface="Arial"/>
              <a:ea typeface="Arial"/>
              <a:cs typeface="Arial"/>
              <a:sym typeface="Arial"/>
            </a:endParaRPr>
          </a:p>
        </p:txBody>
      </p:sp>
      <p:pic>
        <p:nvPicPr>
          <p:cNvPr id="182" name="Google Shape;182;p6"/>
          <p:cNvPicPr preferRelativeResize="0"/>
          <p:nvPr/>
        </p:nvPicPr>
        <p:blipFill rotWithShape="1">
          <a:blip r:embed="rId3">
            <a:alphaModFix/>
          </a:blip>
          <a:srcRect b="0" l="0" r="0" t="0"/>
          <a:stretch/>
        </p:blipFill>
        <p:spPr>
          <a:xfrm>
            <a:off x="152280" y="1017720"/>
            <a:ext cx="8838360" cy="1720080"/>
          </a:xfrm>
          <a:prstGeom prst="rect">
            <a:avLst/>
          </a:prstGeom>
          <a:noFill/>
          <a:ln>
            <a:noFill/>
          </a:ln>
        </p:spPr>
      </p:pic>
      <p:pic>
        <p:nvPicPr>
          <p:cNvPr id="183" name="Google Shape;183;p6"/>
          <p:cNvPicPr preferRelativeResize="0"/>
          <p:nvPr/>
        </p:nvPicPr>
        <p:blipFill rotWithShape="1">
          <a:blip r:embed="rId4">
            <a:alphaModFix/>
          </a:blip>
          <a:srcRect b="0" l="0" r="0" t="0"/>
          <a:stretch/>
        </p:blipFill>
        <p:spPr>
          <a:xfrm>
            <a:off x="1143000" y="2890800"/>
            <a:ext cx="6535080" cy="2099520"/>
          </a:xfrm>
          <a:prstGeom prst="rect">
            <a:avLst/>
          </a:prstGeom>
          <a:noFill/>
          <a:ln>
            <a:noFill/>
          </a:ln>
        </p:spPr>
      </p:pic>
      <p:pic>
        <p:nvPicPr>
          <p:cNvPr id="184" name="Google Shape;184;p6"/>
          <p:cNvPicPr preferRelativeResize="0"/>
          <p:nvPr/>
        </p:nvPicPr>
        <p:blipFill rotWithShape="1">
          <a:blip r:embed="rId5">
            <a:alphaModFix/>
          </a:blip>
          <a:srcRect b="0" l="0" r="0" t="0"/>
          <a:stretch/>
        </p:blipFill>
        <p:spPr>
          <a:xfrm>
            <a:off x="8705880" y="0"/>
            <a:ext cx="437400" cy="38988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7"/>
          <p:cNvSpPr txBox="1"/>
          <p:nvPr>
            <p:ph idx="4294967295" type="title"/>
          </p:nvPr>
        </p:nvSpPr>
        <p:spPr>
          <a:xfrm>
            <a:off x="311760" y="444960"/>
            <a:ext cx="8519760" cy="572040"/>
          </a:xfrm>
          <a:prstGeom prst="rect">
            <a:avLst/>
          </a:prstGeom>
          <a:noFill/>
          <a:ln>
            <a:noFill/>
          </a:ln>
        </p:spPr>
        <p:txBody>
          <a:bodyPr anchorCtr="0" anchor="t" bIns="91425" lIns="0" spcFirstLastPara="1" rIns="0" wrap="square" tIns="91425">
            <a:normAutofit fontScale="93000"/>
          </a:bodyPr>
          <a:lstStyle/>
          <a:p>
            <a:pPr indent="0" lvl="0" marL="0" marR="0" rtl="0" algn="l">
              <a:lnSpc>
                <a:spcPct val="100000"/>
              </a:lnSpc>
              <a:spcBef>
                <a:spcPts val="0"/>
              </a:spcBef>
              <a:spcAft>
                <a:spcPts val="0"/>
              </a:spcAft>
              <a:buClr>
                <a:schemeClr val="dk1"/>
              </a:buClr>
              <a:buSzPct val="100000"/>
              <a:buFont typeface="Arial"/>
              <a:buNone/>
            </a:pPr>
            <a:r>
              <a:rPr b="0" i="0" lang="ru" sz="2800" u="none" cap="none" strike="noStrike">
                <a:solidFill>
                  <a:schemeClr val="dk1"/>
                </a:solidFill>
                <a:latin typeface="Arial"/>
                <a:ea typeface="Arial"/>
                <a:cs typeface="Arial"/>
                <a:sym typeface="Arial"/>
              </a:rPr>
              <a:t>Installation or web-based version</a:t>
            </a:r>
            <a:endParaRPr b="0" i="0" sz="2800" u="none" cap="none" strike="noStrike">
              <a:solidFill>
                <a:srgbClr val="000000"/>
              </a:solidFill>
              <a:latin typeface="Arial"/>
              <a:ea typeface="Arial"/>
              <a:cs typeface="Arial"/>
              <a:sym typeface="Arial"/>
            </a:endParaRPr>
          </a:p>
        </p:txBody>
      </p:sp>
      <p:pic>
        <p:nvPicPr>
          <p:cNvPr id="190" name="Google Shape;190;p7"/>
          <p:cNvPicPr preferRelativeResize="0"/>
          <p:nvPr/>
        </p:nvPicPr>
        <p:blipFill rotWithShape="1">
          <a:blip r:embed="rId3">
            <a:alphaModFix/>
          </a:blip>
          <a:srcRect b="0" l="0" r="0" t="0"/>
          <a:stretch/>
        </p:blipFill>
        <p:spPr>
          <a:xfrm>
            <a:off x="152280" y="1170000"/>
            <a:ext cx="8838360" cy="1909080"/>
          </a:xfrm>
          <a:prstGeom prst="rect">
            <a:avLst/>
          </a:prstGeom>
          <a:noFill/>
          <a:ln>
            <a:noFill/>
          </a:ln>
        </p:spPr>
      </p:pic>
      <p:pic>
        <p:nvPicPr>
          <p:cNvPr id="191" name="Google Shape;191;p7"/>
          <p:cNvPicPr preferRelativeResize="0"/>
          <p:nvPr/>
        </p:nvPicPr>
        <p:blipFill rotWithShape="1">
          <a:blip r:embed="rId4">
            <a:alphaModFix/>
          </a:blip>
          <a:srcRect b="0" l="0" r="0" t="0"/>
          <a:stretch/>
        </p:blipFill>
        <p:spPr>
          <a:xfrm>
            <a:off x="8705880" y="0"/>
            <a:ext cx="437400" cy="38988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8"/>
          <p:cNvSpPr txBox="1"/>
          <p:nvPr>
            <p:ph idx="4294967295" type="title"/>
          </p:nvPr>
        </p:nvSpPr>
        <p:spPr>
          <a:xfrm>
            <a:off x="311760" y="444960"/>
            <a:ext cx="8519760" cy="572040"/>
          </a:xfrm>
          <a:prstGeom prst="rect">
            <a:avLst/>
          </a:prstGeom>
          <a:noFill/>
          <a:ln>
            <a:noFill/>
          </a:ln>
        </p:spPr>
        <p:txBody>
          <a:bodyPr anchorCtr="0" anchor="t" bIns="91425" lIns="0" spcFirstLastPara="1" rIns="0" wrap="square" tIns="91425">
            <a:normAutofit fontScale="93000"/>
          </a:bodyPr>
          <a:lstStyle/>
          <a:p>
            <a:pPr indent="0" lvl="0" marL="0" marR="0" rtl="0" algn="l">
              <a:lnSpc>
                <a:spcPct val="100000"/>
              </a:lnSpc>
              <a:spcBef>
                <a:spcPts val="0"/>
              </a:spcBef>
              <a:spcAft>
                <a:spcPts val="0"/>
              </a:spcAft>
              <a:buClr>
                <a:schemeClr val="dk1"/>
              </a:buClr>
              <a:buSzPct val="100000"/>
              <a:buFont typeface="Arial"/>
              <a:buNone/>
            </a:pPr>
            <a:r>
              <a:rPr b="0" i="0" lang="ru" sz="2800" u="none" cap="none" strike="noStrike">
                <a:solidFill>
                  <a:schemeClr val="dk1"/>
                </a:solidFill>
                <a:latin typeface="Arial"/>
                <a:ea typeface="Arial"/>
                <a:cs typeface="Arial"/>
                <a:sym typeface="Arial"/>
              </a:rPr>
              <a:t>Let’s look</a:t>
            </a:r>
            <a:endParaRPr b="0" i="0" sz="2800" u="none" cap="none" strike="noStrike">
              <a:solidFill>
                <a:srgbClr val="000000"/>
              </a:solidFill>
              <a:latin typeface="Arial"/>
              <a:ea typeface="Arial"/>
              <a:cs typeface="Arial"/>
              <a:sym typeface="Arial"/>
            </a:endParaRPr>
          </a:p>
        </p:txBody>
      </p:sp>
      <p:pic>
        <p:nvPicPr>
          <p:cNvPr id="197" name="Google Shape;197;p8"/>
          <p:cNvPicPr preferRelativeResize="0"/>
          <p:nvPr/>
        </p:nvPicPr>
        <p:blipFill rotWithShape="1">
          <a:blip r:embed="rId3">
            <a:alphaModFix/>
          </a:blip>
          <a:srcRect b="0" l="0" r="0" t="0"/>
          <a:stretch/>
        </p:blipFill>
        <p:spPr>
          <a:xfrm>
            <a:off x="152280" y="1170000"/>
            <a:ext cx="8838360" cy="1342080"/>
          </a:xfrm>
          <a:prstGeom prst="rect">
            <a:avLst/>
          </a:prstGeom>
          <a:noFill/>
          <a:ln>
            <a:noFill/>
          </a:ln>
        </p:spPr>
      </p:pic>
      <p:cxnSp>
        <p:nvCxnSpPr>
          <p:cNvPr id="198" name="Google Shape;198;p8"/>
          <p:cNvCxnSpPr/>
          <p:nvPr/>
        </p:nvCxnSpPr>
        <p:spPr>
          <a:xfrm flipH="1" rot="10800000">
            <a:off x="6304680" y="2033640"/>
            <a:ext cx="1177920" cy="1249920"/>
          </a:xfrm>
          <a:prstGeom prst="straightConnector1">
            <a:avLst/>
          </a:prstGeom>
          <a:noFill/>
          <a:ln cap="flat" cmpd="sng" w="9525">
            <a:solidFill>
              <a:srgbClr val="595959"/>
            </a:solidFill>
            <a:prstDash val="solid"/>
            <a:round/>
            <a:headEnd len="sm" w="sm" type="none"/>
            <a:tailEnd len="med" w="med" type="triangl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9"/>
          <p:cNvSpPr txBox="1"/>
          <p:nvPr>
            <p:ph idx="4294967295" type="title"/>
          </p:nvPr>
        </p:nvSpPr>
        <p:spPr>
          <a:xfrm>
            <a:off x="311760" y="444960"/>
            <a:ext cx="8519760" cy="572040"/>
          </a:xfrm>
          <a:prstGeom prst="rect">
            <a:avLst/>
          </a:prstGeom>
          <a:noFill/>
          <a:ln>
            <a:noFill/>
          </a:ln>
        </p:spPr>
        <p:txBody>
          <a:bodyPr anchorCtr="0" anchor="t" bIns="91425" lIns="0" spcFirstLastPara="1" rIns="0" wrap="square" tIns="91425">
            <a:normAutofit fontScale="93000"/>
          </a:bodyPr>
          <a:lstStyle/>
          <a:p>
            <a:pPr indent="0" lvl="0" marL="0" marR="0" rtl="0" algn="l">
              <a:lnSpc>
                <a:spcPct val="100000"/>
              </a:lnSpc>
              <a:spcBef>
                <a:spcPts val="0"/>
              </a:spcBef>
              <a:spcAft>
                <a:spcPts val="0"/>
              </a:spcAft>
              <a:buClr>
                <a:schemeClr val="dk1"/>
              </a:buClr>
              <a:buSzPct val="100000"/>
              <a:buFont typeface="Arial"/>
              <a:buNone/>
            </a:pPr>
            <a:r>
              <a:rPr b="0" i="0" lang="ru" sz="2800" u="none" cap="none" strike="noStrike">
                <a:solidFill>
                  <a:schemeClr val="dk1"/>
                </a:solidFill>
                <a:latin typeface="Arial"/>
                <a:ea typeface="Arial"/>
                <a:cs typeface="Arial"/>
                <a:sym typeface="Arial"/>
              </a:rPr>
              <a:t>Matrix-based MATLAB language</a:t>
            </a:r>
            <a:endParaRPr b="0" i="0" sz="2800" u="none" cap="none" strike="noStrike">
              <a:solidFill>
                <a:srgbClr val="000000"/>
              </a:solidFill>
              <a:latin typeface="Arial"/>
              <a:ea typeface="Arial"/>
              <a:cs typeface="Arial"/>
              <a:sym typeface="Arial"/>
            </a:endParaRPr>
          </a:p>
        </p:txBody>
      </p:sp>
      <p:sp>
        <p:nvSpPr>
          <p:cNvPr id="204" name="Google Shape;204;p9"/>
          <p:cNvSpPr txBox="1"/>
          <p:nvPr>
            <p:ph idx="4294967295" type="body"/>
          </p:nvPr>
        </p:nvSpPr>
        <p:spPr>
          <a:xfrm>
            <a:off x="311760" y="1076400"/>
            <a:ext cx="8519760" cy="3711240"/>
          </a:xfrm>
          <a:prstGeom prst="rect">
            <a:avLst/>
          </a:prstGeom>
          <a:noFill/>
          <a:ln>
            <a:noFill/>
          </a:ln>
        </p:spPr>
        <p:txBody>
          <a:bodyPr anchorCtr="0" anchor="t" bIns="91425" lIns="0" spcFirstLastPara="1" rIns="0" wrap="square" tIns="91425">
            <a:normAutofit/>
          </a:bodyPr>
          <a:lstStyle/>
          <a:p>
            <a:pPr indent="0" lvl="0" marL="0" marR="0" rtl="0" algn="l">
              <a:lnSpc>
                <a:spcPct val="95000"/>
              </a:lnSpc>
              <a:spcBef>
                <a:spcPts val="0"/>
              </a:spcBef>
              <a:spcAft>
                <a:spcPts val="0"/>
              </a:spcAft>
              <a:buClr>
                <a:schemeClr val="dk1"/>
              </a:buClr>
              <a:buSzPts val="900"/>
              <a:buFont typeface="Arial"/>
              <a:buNone/>
            </a:pPr>
            <a:r>
              <a:rPr b="1" i="0" lang="ru" sz="900" u="none" cap="none" strike="noStrike">
                <a:solidFill>
                  <a:schemeClr val="dk1"/>
                </a:solidFill>
                <a:latin typeface="Arial"/>
                <a:ea typeface="Arial"/>
                <a:cs typeface="Arial"/>
                <a:sym typeface="Arial"/>
              </a:rPr>
              <a:t>Core Data Structure:</a:t>
            </a:r>
            <a:br>
              <a:rPr b="0" i="0" lang="ru" sz="900" u="none" cap="none" strike="noStrike"/>
            </a:br>
            <a:r>
              <a:rPr b="0" i="0" lang="ru" sz="900" u="none" cap="none" strike="noStrike">
                <a:solidFill>
                  <a:schemeClr val="dk1"/>
                </a:solidFill>
                <a:latin typeface="Arial"/>
                <a:ea typeface="Arial"/>
                <a:cs typeface="Arial"/>
                <a:sym typeface="Arial"/>
              </a:rPr>
              <a:t>The basic data structure in MATLAB is a matrix (or an array). Even a single number is treated as a 1×1 matrix.</a:t>
            </a:r>
            <a:endParaRPr b="0" i="0" sz="900" u="none" cap="none" strike="noStrike">
              <a:solidFill>
                <a:srgbClr val="000000"/>
              </a:solidFill>
              <a:latin typeface="Arial"/>
              <a:ea typeface="Arial"/>
              <a:cs typeface="Arial"/>
              <a:sym typeface="Arial"/>
            </a:endParaRPr>
          </a:p>
          <a:p>
            <a:pPr indent="0" lvl="0" marL="0" marR="0" rtl="0" algn="l">
              <a:lnSpc>
                <a:spcPct val="95000"/>
              </a:lnSpc>
              <a:spcBef>
                <a:spcPts val="1199"/>
              </a:spcBef>
              <a:spcAft>
                <a:spcPts val="0"/>
              </a:spcAft>
              <a:buSzPts val="900"/>
              <a:buFont typeface="Arial"/>
              <a:buNone/>
            </a:pPr>
            <a:r>
              <a:t/>
            </a:r>
            <a:endParaRPr b="0" i="0" sz="900" u="none" cap="none" strike="noStrike">
              <a:solidFill>
                <a:srgbClr val="000000"/>
              </a:solidFill>
              <a:latin typeface="Arial"/>
              <a:ea typeface="Arial"/>
              <a:cs typeface="Arial"/>
              <a:sym typeface="Arial"/>
            </a:endParaRPr>
          </a:p>
          <a:p>
            <a:pPr indent="0" lvl="0" marL="0" marR="0" rtl="0" algn="l">
              <a:lnSpc>
                <a:spcPct val="95000"/>
              </a:lnSpc>
              <a:spcBef>
                <a:spcPts val="1199"/>
              </a:spcBef>
              <a:spcAft>
                <a:spcPts val="0"/>
              </a:spcAft>
              <a:buSzPts val="900"/>
              <a:buFont typeface="Arial"/>
              <a:buNone/>
            </a:pPr>
            <a:r>
              <a:t/>
            </a:r>
            <a:endParaRPr b="0" i="0" sz="900" u="none" cap="none" strike="noStrike">
              <a:solidFill>
                <a:srgbClr val="000000"/>
              </a:solidFill>
              <a:latin typeface="Arial"/>
              <a:ea typeface="Arial"/>
              <a:cs typeface="Arial"/>
              <a:sym typeface="Arial"/>
            </a:endParaRPr>
          </a:p>
          <a:p>
            <a:pPr indent="0" lvl="0" marL="0" marR="0" rtl="0" algn="l">
              <a:lnSpc>
                <a:spcPct val="95000"/>
              </a:lnSpc>
              <a:spcBef>
                <a:spcPts val="1199"/>
              </a:spcBef>
              <a:spcAft>
                <a:spcPts val="0"/>
              </a:spcAft>
              <a:buSzPts val="900"/>
              <a:buFont typeface="Arial"/>
              <a:buNone/>
            </a:pPr>
            <a:r>
              <a:t/>
            </a:r>
            <a:endParaRPr b="0" i="0" sz="900" u="none" cap="none" strike="noStrike">
              <a:solidFill>
                <a:srgbClr val="000000"/>
              </a:solidFill>
              <a:latin typeface="Arial"/>
              <a:ea typeface="Arial"/>
              <a:cs typeface="Arial"/>
              <a:sym typeface="Arial"/>
            </a:endParaRPr>
          </a:p>
          <a:p>
            <a:pPr indent="0" lvl="0" marL="0" marR="0" rtl="0" algn="l">
              <a:lnSpc>
                <a:spcPct val="95000"/>
              </a:lnSpc>
              <a:spcBef>
                <a:spcPts val="1199"/>
              </a:spcBef>
              <a:spcAft>
                <a:spcPts val="0"/>
              </a:spcAft>
              <a:buClr>
                <a:schemeClr val="dk1"/>
              </a:buClr>
              <a:buSzPts val="900"/>
              <a:buFont typeface="Arial"/>
              <a:buNone/>
            </a:pPr>
            <a:r>
              <a:rPr b="1" i="0" lang="ru" sz="900" u="none" cap="none" strike="noStrike">
                <a:solidFill>
                  <a:schemeClr val="dk1"/>
                </a:solidFill>
                <a:latin typeface="Arial"/>
                <a:ea typeface="Arial"/>
                <a:cs typeface="Arial"/>
                <a:sym typeface="Arial"/>
              </a:rPr>
              <a:t>Natural Syntax for Mathematical Operations:</a:t>
            </a:r>
            <a:br>
              <a:rPr b="0" i="0" lang="ru" sz="900" u="none" cap="none" strike="noStrike"/>
            </a:br>
            <a:r>
              <a:rPr b="0" i="0" lang="ru" sz="900" u="none" cap="none" strike="noStrike">
                <a:solidFill>
                  <a:schemeClr val="dk1"/>
                </a:solidFill>
                <a:latin typeface="Arial"/>
                <a:ea typeface="Arial"/>
                <a:cs typeface="Arial"/>
                <a:sym typeface="Arial"/>
              </a:rPr>
              <a:t>Operations like addition, multiplication, and division are performed on whole arrays at once without needing explicit loops. For example, adding two matrices will automatically perform element-wise addition.</a:t>
            </a:r>
            <a:endParaRPr b="0" i="0" sz="900" u="none" cap="none" strike="noStrike">
              <a:solidFill>
                <a:srgbClr val="000000"/>
              </a:solidFill>
              <a:latin typeface="Arial"/>
              <a:ea typeface="Arial"/>
              <a:cs typeface="Arial"/>
              <a:sym typeface="Arial"/>
            </a:endParaRPr>
          </a:p>
          <a:p>
            <a:pPr indent="0" lvl="0" marL="0" marR="0" rtl="0" algn="l">
              <a:lnSpc>
                <a:spcPct val="95000"/>
              </a:lnSpc>
              <a:spcBef>
                <a:spcPts val="1199"/>
              </a:spcBef>
              <a:spcAft>
                <a:spcPts val="0"/>
              </a:spcAft>
              <a:buSzPts val="900"/>
              <a:buFont typeface="Arial"/>
              <a:buNone/>
            </a:pPr>
            <a:r>
              <a:t/>
            </a:r>
            <a:endParaRPr b="0" i="0" sz="900" u="none" cap="none" strike="noStrike">
              <a:solidFill>
                <a:srgbClr val="000000"/>
              </a:solidFill>
              <a:latin typeface="Arial"/>
              <a:ea typeface="Arial"/>
              <a:cs typeface="Arial"/>
              <a:sym typeface="Arial"/>
            </a:endParaRPr>
          </a:p>
          <a:p>
            <a:pPr indent="0" lvl="0" marL="0" marR="0" rtl="0" algn="l">
              <a:lnSpc>
                <a:spcPct val="95000"/>
              </a:lnSpc>
              <a:spcBef>
                <a:spcPts val="1199"/>
              </a:spcBef>
              <a:spcAft>
                <a:spcPts val="0"/>
              </a:spcAft>
              <a:buSzPts val="900"/>
              <a:buFont typeface="Arial"/>
              <a:buNone/>
            </a:pPr>
            <a:r>
              <a:t/>
            </a:r>
            <a:endParaRPr b="0" i="0" sz="900" u="none" cap="none" strike="noStrike">
              <a:solidFill>
                <a:srgbClr val="000000"/>
              </a:solidFill>
              <a:latin typeface="Arial"/>
              <a:ea typeface="Arial"/>
              <a:cs typeface="Arial"/>
              <a:sym typeface="Arial"/>
            </a:endParaRPr>
          </a:p>
          <a:p>
            <a:pPr indent="0" lvl="0" marL="0" marR="0" rtl="0" algn="l">
              <a:lnSpc>
                <a:spcPct val="95000"/>
              </a:lnSpc>
              <a:spcBef>
                <a:spcPts val="1199"/>
              </a:spcBef>
              <a:spcAft>
                <a:spcPts val="0"/>
              </a:spcAft>
              <a:buClr>
                <a:schemeClr val="dk1"/>
              </a:buClr>
              <a:buSzPts val="900"/>
              <a:buFont typeface="Arial"/>
              <a:buNone/>
            </a:pPr>
            <a:r>
              <a:rPr b="1" i="0" lang="ru" sz="900" u="none" cap="none" strike="noStrike">
                <a:solidFill>
                  <a:schemeClr val="dk1"/>
                </a:solidFill>
                <a:latin typeface="Arial"/>
                <a:ea typeface="Arial"/>
                <a:cs typeface="Arial"/>
                <a:sym typeface="Arial"/>
              </a:rPr>
              <a:t>Built-in Functions:</a:t>
            </a:r>
            <a:br>
              <a:rPr b="0" i="0" lang="ru" sz="900" u="none" cap="none" strike="noStrike"/>
            </a:br>
            <a:r>
              <a:rPr b="0" i="0" lang="ru" sz="900" u="none" cap="none" strike="noStrike">
                <a:solidFill>
                  <a:schemeClr val="dk1"/>
                </a:solidFill>
                <a:latin typeface="Arial"/>
                <a:ea typeface="Arial"/>
                <a:cs typeface="Arial"/>
                <a:sym typeface="Arial"/>
              </a:rPr>
              <a:t>MATLAB provides a wide range of functions that operate on matrices—such as solving linear systems, performing eigenvalue decomposition, or executing matrix factorizations—all optimized for matrix computations.</a:t>
            </a:r>
            <a:endParaRPr b="0" i="0" sz="900" u="none" cap="none" strike="noStrike">
              <a:solidFill>
                <a:srgbClr val="000000"/>
              </a:solidFill>
              <a:latin typeface="Arial"/>
              <a:ea typeface="Arial"/>
              <a:cs typeface="Arial"/>
              <a:sym typeface="Arial"/>
            </a:endParaRPr>
          </a:p>
        </p:txBody>
      </p:sp>
      <p:pic>
        <p:nvPicPr>
          <p:cNvPr id="205" name="Google Shape;205;p9"/>
          <p:cNvPicPr preferRelativeResize="0"/>
          <p:nvPr/>
        </p:nvPicPr>
        <p:blipFill rotWithShape="1">
          <a:blip r:embed="rId3">
            <a:alphaModFix/>
          </a:blip>
          <a:srcRect b="0" l="0" r="0" t="0"/>
          <a:stretch/>
        </p:blipFill>
        <p:spPr>
          <a:xfrm>
            <a:off x="8705880" y="0"/>
            <a:ext cx="437400" cy="389880"/>
          </a:xfrm>
          <a:prstGeom prst="rect">
            <a:avLst/>
          </a:prstGeom>
          <a:noFill/>
          <a:ln>
            <a:noFill/>
          </a:ln>
        </p:spPr>
      </p:pic>
      <p:pic>
        <p:nvPicPr>
          <p:cNvPr id="206" name="Google Shape;206;p9"/>
          <p:cNvPicPr preferRelativeResize="0"/>
          <p:nvPr/>
        </p:nvPicPr>
        <p:blipFill rotWithShape="1">
          <a:blip r:embed="rId4">
            <a:alphaModFix/>
          </a:blip>
          <a:srcRect b="0" l="0" r="0" t="0"/>
          <a:stretch/>
        </p:blipFill>
        <p:spPr>
          <a:xfrm>
            <a:off x="402120" y="1723320"/>
            <a:ext cx="492120" cy="269280"/>
          </a:xfrm>
          <a:prstGeom prst="rect">
            <a:avLst/>
          </a:prstGeom>
          <a:noFill/>
          <a:ln>
            <a:noFill/>
          </a:ln>
        </p:spPr>
      </p:pic>
      <p:pic>
        <p:nvPicPr>
          <p:cNvPr id="207" name="Google Shape;207;p9"/>
          <p:cNvPicPr preferRelativeResize="0"/>
          <p:nvPr/>
        </p:nvPicPr>
        <p:blipFill rotWithShape="1">
          <a:blip r:embed="rId5">
            <a:alphaModFix/>
          </a:blip>
          <a:srcRect b="0" l="0" r="0" t="0"/>
          <a:stretch/>
        </p:blipFill>
        <p:spPr>
          <a:xfrm>
            <a:off x="1634400" y="1656720"/>
            <a:ext cx="872640" cy="649440"/>
          </a:xfrm>
          <a:prstGeom prst="rect">
            <a:avLst/>
          </a:prstGeom>
          <a:noFill/>
          <a:ln>
            <a:noFill/>
          </a:ln>
        </p:spPr>
      </p:pic>
      <p:cxnSp>
        <p:nvCxnSpPr>
          <p:cNvPr id="208" name="Google Shape;208;p9"/>
          <p:cNvCxnSpPr/>
          <p:nvPr/>
        </p:nvCxnSpPr>
        <p:spPr>
          <a:xfrm>
            <a:off x="1024920" y="1883520"/>
            <a:ext cx="408600" cy="9360"/>
          </a:xfrm>
          <a:prstGeom prst="straightConnector1">
            <a:avLst/>
          </a:prstGeom>
          <a:noFill/>
          <a:ln cap="flat" cmpd="sng" w="9525">
            <a:solidFill>
              <a:srgbClr val="595959"/>
            </a:solidFill>
            <a:prstDash val="solid"/>
            <a:round/>
            <a:headEnd len="sm" w="sm" type="none"/>
            <a:tailEnd len="med" w="med" type="triangle"/>
          </a:ln>
        </p:spPr>
      </p:cxnSp>
      <p:pic>
        <p:nvPicPr>
          <p:cNvPr id="209" name="Google Shape;209;p9"/>
          <p:cNvPicPr preferRelativeResize="0"/>
          <p:nvPr/>
        </p:nvPicPr>
        <p:blipFill rotWithShape="1">
          <a:blip r:embed="rId6">
            <a:alphaModFix/>
          </a:blip>
          <a:srcRect b="0" l="0" r="0" t="0"/>
          <a:stretch/>
        </p:blipFill>
        <p:spPr>
          <a:xfrm>
            <a:off x="402120" y="2920320"/>
            <a:ext cx="1163880" cy="451080"/>
          </a:xfrm>
          <a:prstGeom prst="rect">
            <a:avLst/>
          </a:prstGeom>
          <a:noFill/>
          <a:ln>
            <a:noFill/>
          </a:ln>
        </p:spPr>
      </p:pic>
      <p:pic>
        <p:nvPicPr>
          <p:cNvPr id="210" name="Google Shape;210;p9"/>
          <p:cNvPicPr preferRelativeResize="0"/>
          <p:nvPr/>
        </p:nvPicPr>
        <p:blipFill rotWithShape="1">
          <a:blip r:embed="rId7">
            <a:alphaModFix/>
          </a:blip>
          <a:srcRect b="0" l="0" r="0" t="0"/>
          <a:stretch/>
        </p:blipFill>
        <p:spPr>
          <a:xfrm>
            <a:off x="3881520" y="2846160"/>
            <a:ext cx="1380240" cy="599400"/>
          </a:xfrm>
          <a:prstGeom prst="rect">
            <a:avLst/>
          </a:prstGeom>
          <a:noFill/>
          <a:ln>
            <a:noFill/>
          </a:ln>
        </p:spPr>
      </p:pic>
      <p:pic>
        <p:nvPicPr>
          <p:cNvPr id="211" name="Google Shape;211;p9"/>
          <p:cNvPicPr preferRelativeResize="0"/>
          <p:nvPr/>
        </p:nvPicPr>
        <p:blipFill rotWithShape="1">
          <a:blip r:embed="rId8">
            <a:alphaModFix/>
          </a:blip>
          <a:srcRect b="0" l="0" r="0" t="0"/>
          <a:stretch/>
        </p:blipFill>
        <p:spPr>
          <a:xfrm>
            <a:off x="2324880" y="2903400"/>
            <a:ext cx="742320" cy="484920"/>
          </a:xfrm>
          <a:prstGeom prst="rect">
            <a:avLst/>
          </a:prstGeom>
          <a:noFill/>
          <a:ln>
            <a:noFill/>
          </a:ln>
        </p:spPr>
      </p:pic>
      <p:cxnSp>
        <p:nvCxnSpPr>
          <p:cNvPr id="212" name="Google Shape;212;p9"/>
          <p:cNvCxnSpPr/>
          <p:nvPr/>
        </p:nvCxnSpPr>
        <p:spPr>
          <a:xfrm>
            <a:off x="3193560" y="3142440"/>
            <a:ext cx="562320" cy="7920"/>
          </a:xfrm>
          <a:prstGeom prst="straightConnector1">
            <a:avLst/>
          </a:prstGeom>
          <a:noFill/>
          <a:ln cap="flat" cmpd="sng" w="9525">
            <a:solidFill>
              <a:srgbClr val="595959"/>
            </a:solidFill>
            <a:prstDash val="solid"/>
            <a:round/>
            <a:headEnd len="sm" w="sm" type="none"/>
            <a:tailEnd len="med" w="med" type="triangle"/>
          </a:ln>
        </p:spPr>
      </p:cxnSp>
      <p:pic>
        <p:nvPicPr>
          <p:cNvPr id="213" name="Google Shape;213;p9"/>
          <p:cNvPicPr preferRelativeResize="0"/>
          <p:nvPr/>
        </p:nvPicPr>
        <p:blipFill rotWithShape="1">
          <a:blip r:embed="rId9">
            <a:alphaModFix/>
          </a:blip>
          <a:srcRect b="0" l="0" r="0" t="0"/>
          <a:stretch/>
        </p:blipFill>
        <p:spPr>
          <a:xfrm>
            <a:off x="402120" y="4231800"/>
            <a:ext cx="5409360" cy="666000"/>
          </a:xfrm>
          <a:prstGeom prst="rect">
            <a:avLst/>
          </a:prstGeom>
          <a:noFill/>
          <a:ln>
            <a:noFill/>
          </a:ln>
        </p:spPr>
      </p:pic>
      <p:cxnSp>
        <p:nvCxnSpPr>
          <p:cNvPr id="214" name="Google Shape;214;p9"/>
          <p:cNvCxnSpPr/>
          <p:nvPr/>
        </p:nvCxnSpPr>
        <p:spPr>
          <a:xfrm>
            <a:off x="5946840" y="4561560"/>
            <a:ext cx="562320" cy="7920"/>
          </a:xfrm>
          <a:prstGeom prst="straightConnector1">
            <a:avLst/>
          </a:prstGeom>
          <a:noFill/>
          <a:ln cap="flat" cmpd="sng" w="9525">
            <a:solidFill>
              <a:srgbClr val="595959"/>
            </a:solidFill>
            <a:prstDash val="solid"/>
            <a:round/>
            <a:headEnd len="sm" w="sm" type="none"/>
            <a:tailEnd len="med" w="med" type="triangle"/>
          </a:ln>
        </p:spPr>
      </p:cxnSp>
      <p:pic>
        <p:nvPicPr>
          <p:cNvPr id="215" name="Google Shape;215;p9"/>
          <p:cNvPicPr preferRelativeResize="0"/>
          <p:nvPr/>
        </p:nvPicPr>
        <p:blipFill rotWithShape="1">
          <a:blip r:embed="rId10">
            <a:alphaModFix/>
          </a:blip>
          <a:srcRect b="0" l="0" r="0" t="0"/>
          <a:stretch/>
        </p:blipFill>
        <p:spPr>
          <a:xfrm>
            <a:off x="6787440" y="4067280"/>
            <a:ext cx="1499400" cy="90144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10"/>
          <p:cNvSpPr txBox="1"/>
          <p:nvPr>
            <p:ph idx="4294967295" type="title"/>
          </p:nvPr>
        </p:nvSpPr>
        <p:spPr>
          <a:xfrm>
            <a:off x="311760" y="444960"/>
            <a:ext cx="8519760" cy="572040"/>
          </a:xfrm>
          <a:prstGeom prst="rect">
            <a:avLst/>
          </a:prstGeom>
          <a:noFill/>
          <a:ln>
            <a:noFill/>
          </a:ln>
        </p:spPr>
        <p:txBody>
          <a:bodyPr anchorCtr="0" anchor="t" bIns="91425" lIns="0" spcFirstLastPara="1" rIns="0" wrap="square" tIns="91425">
            <a:normAutofit fontScale="93000"/>
          </a:bodyPr>
          <a:lstStyle/>
          <a:p>
            <a:pPr indent="0" lvl="0" marL="0" marR="0" rtl="0" algn="l">
              <a:lnSpc>
                <a:spcPct val="100000"/>
              </a:lnSpc>
              <a:spcBef>
                <a:spcPts val="0"/>
              </a:spcBef>
              <a:spcAft>
                <a:spcPts val="0"/>
              </a:spcAft>
              <a:buClr>
                <a:schemeClr val="dk1"/>
              </a:buClr>
              <a:buSzPct val="100000"/>
              <a:buFont typeface="Arial"/>
              <a:buNone/>
            </a:pPr>
            <a:r>
              <a:rPr b="0" i="0" lang="ru" sz="2800" u="none" cap="none" strike="noStrike">
                <a:solidFill>
                  <a:schemeClr val="dk1"/>
                </a:solidFill>
                <a:latin typeface="Arial"/>
                <a:ea typeface="Arial"/>
                <a:cs typeface="Arial"/>
                <a:sym typeface="Arial"/>
              </a:rPr>
              <a:t>Variables</a:t>
            </a:r>
            <a:endParaRPr b="0" i="0" sz="2800" u="none" cap="none" strike="noStrike">
              <a:solidFill>
                <a:srgbClr val="000000"/>
              </a:solidFill>
              <a:latin typeface="Arial"/>
              <a:ea typeface="Arial"/>
              <a:cs typeface="Arial"/>
              <a:sym typeface="Arial"/>
            </a:endParaRPr>
          </a:p>
        </p:txBody>
      </p:sp>
      <p:pic>
        <p:nvPicPr>
          <p:cNvPr id="221" name="Google Shape;221;p10"/>
          <p:cNvPicPr preferRelativeResize="0"/>
          <p:nvPr/>
        </p:nvPicPr>
        <p:blipFill rotWithShape="1">
          <a:blip r:embed="rId3">
            <a:alphaModFix/>
          </a:blip>
          <a:srcRect b="0" l="0" r="0" t="0"/>
          <a:stretch/>
        </p:blipFill>
        <p:spPr>
          <a:xfrm>
            <a:off x="4004280" y="1017720"/>
            <a:ext cx="1342080" cy="840240"/>
          </a:xfrm>
          <a:prstGeom prst="rect">
            <a:avLst/>
          </a:prstGeom>
          <a:noFill/>
          <a:ln>
            <a:noFill/>
          </a:ln>
        </p:spPr>
      </p:pic>
      <p:pic>
        <p:nvPicPr>
          <p:cNvPr id="222" name="Google Shape;222;p10"/>
          <p:cNvPicPr preferRelativeResize="0"/>
          <p:nvPr/>
        </p:nvPicPr>
        <p:blipFill rotWithShape="1">
          <a:blip r:embed="rId4">
            <a:alphaModFix/>
          </a:blip>
          <a:srcRect b="0" l="0" r="0" t="0"/>
          <a:stretch/>
        </p:blipFill>
        <p:spPr>
          <a:xfrm>
            <a:off x="2558160" y="1017720"/>
            <a:ext cx="1342080" cy="840240"/>
          </a:xfrm>
          <a:prstGeom prst="rect">
            <a:avLst/>
          </a:prstGeom>
          <a:noFill/>
          <a:ln>
            <a:noFill/>
          </a:ln>
        </p:spPr>
      </p:pic>
      <p:pic>
        <p:nvPicPr>
          <p:cNvPr id="223" name="Google Shape;223;p10"/>
          <p:cNvPicPr preferRelativeResize="0"/>
          <p:nvPr/>
        </p:nvPicPr>
        <p:blipFill rotWithShape="1">
          <a:blip r:embed="rId5">
            <a:alphaModFix/>
          </a:blip>
          <a:srcRect b="0" l="0" r="0" t="0"/>
          <a:stretch/>
        </p:blipFill>
        <p:spPr>
          <a:xfrm>
            <a:off x="449640" y="1017720"/>
            <a:ext cx="1275480" cy="618480"/>
          </a:xfrm>
          <a:prstGeom prst="rect">
            <a:avLst/>
          </a:prstGeom>
          <a:noFill/>
          <a:ln>
            <a:noFill/>
          </a:ln>
        </p:spPr>
      </p:pic>
      <p:sp>
        <p:nvSpPr>
          <p:cNvPr id="224" name="Google Shape;224;p10"/>
          <p:cNvSpPr/>
          <p:nvPr/>
        </p:nvSpPr>
        <p:spPr>
          <a:xfrm>
            <a:off x="380875" y="2057400"/>
            <a:ext cx="5322900" cy="2759400"/>
          </a:xfrm>
          <a:prstGeom prst="rect">
            <a:avLst/>
          </a:prstGeom>
          <a:noFill/>
          <a:ln>
            <a:noFill/>
          </a:ln>
        </p:spPr>
        <p:txBody>
          <a:bodyPr anchorCtr="0" anchor="t" bIns="91425" lIns="90000" spcFirstLastPara="1" rIns="90000" wrap="square" tIns="91425">
            <a:spAutoFit/>
          </a:bodyPr>
          <a:lstStyle/>
          <a:p>
            <a:pPr indent="0" lvl="0" marL="0" marR="0" rtl="0" algn="l">
              <a:lnSpc>
                <a:spcPct val="115000"/>
              </a:lnSpc>
              <a:spcBef>
                <a:spcPts val="0"/>
              </a:spcBef>
              <a:spcAft>
                <a:spcPts val="0"/>
              </a:spcAft>
              <a:buNone/>
            </a:pPr>
            <a:r>
              <a:rPr b="1" i="0" lang="ru" sz="1100" u="none" cap="none" strike="noStrike">
                <a:solidFill>
                  <a:schemeClr val="dk1"/>
                </a:solidFill>
                <a:latin typeface="Arial"/>
                <a:ea typeface="Arial"/>
                <a:cs typeface="Arial"/>
                <a:sym typeface="Arial"/>
              </a:rPr>
              <a:t>Naming Conventions:</a:t>
            </a:r>
            <a:endParaRPr b="0" i="0" sz="1100" u="none" cap="none" strike="noStrike">
              <a:solidFill>
                <a:srgbClr val="000000"/>
              </a:solidFill>
              <a:latin typeface="Arial"/>
              <a:ea typeface="Arial"/>
              <a:cs typeface="Arial"/>
              <a:sym typeface="Arial"/>
            </a:endParaRPr>
          </a:p>
          <a:p>
            <a:pPr indent="-298440" lvl="0" marL="457200" marR="0" rtl="0" algn="l">
              <a:lnSpc>
                <a:spcPct val="115000"/>
              </a:lnSpc>
              <a:spcBef>
                <a:spcPts val="1199"/>
              </a:spcBef>
              <a:spcAft>
                <a:spcPts val="0"/>
              </a:spcAft>
              <a:buClr>
                <a:srgbClr val="000000"/>
              </a:buClr>
              <a:buSzPts val="1100"/>
              <a:buFont typeface="Arial"/>
              <a:buChar char="●"/>
            </a:pPr>
            <a:r>
              <a:rPr b="0" i="0" lang="ru" sz="1100" u="none" cap="none" strike="noStrike">
                <a:solidFill>
                  <a:schemeClr val="dk1"/>
                </a:solidFill>
                <a:latin typeface="Arial"/>
                <a:ea typeface="Arial"/>
                <a:cs typeface="Arial"/>
                <a:sym typeface="Arial"/>
              </a:rPr>
              <a:t>Variable names must start with a letter.</a:t>
            </a:r>
            <a:endParaRPr b="0" i="0" sz="1100" u="none" cap="none" strike="noStrike">
              <a:solidFill>
                <a:srgbClr val="000000"/>
              </a:solidFill>
              <a:latin typeface="Arial"/>
              <a:ea typeface="Arial"/>
              <a:cs typeface="Arial"/>
              <a:sym typeface="Arial"/>
            </a:endParaRPr>
          </a:p>
          <a:p>
            <a:pPr indent="-298440" lvl="0" marL="457200" marR="0" rtl="0" algn="l">
              <a:lnSpc>
                <a:spcPct val="115000"/>
              </a:lnSpc>
              <a:spcBef>
                <a:spcPts val="0"/>
              </a:spcBef>
              <a:spcAft>
                <a:spcPts val="0"/>
              </a:spcAft>
              <a:buClr>
                <a:srgbClr val="000000"/>
              </a:buClr>
              <a:buSzPts val="1100"/>
              <a:buFont typeface="Arial"/>
              <a:buChar char="●"/>
            </a:pPr>
            <a:r>
              <a:rPr b="0" i="0" lang="ru" sz="1100" u="none" cap="none" strike="noStrike">
                <a:solidFill>
                  <a:schemeClr val="dk1"/>
                </a:solidFill>
                <a:latin typeface="Arial"/>
                <a:ea typeface="Arial"/>
                <a:cs typeface="Arial"/>
                <a:sym typeface="Arial"/>
              </a:rPr>
              <a:t>They can contain letters, digits, and underscores.</a:t>
            </a:r>
            <a:endParaRPr b="0" i="0" sz="1100" u="none" cap="none" strike="noStrike">
              <a:solidFill>
                <a:srgbClr val="000000"/>
              </a:solidFill>
              <a:latin typeface="Arial"/>
              <a:ea typeface="Arial"/>
              <a:cs typeface="Arial"/>
              <a:sym typeface="Arial"/>
            </a:endParaRPr>
          </a:p>
          <a:p>
            <a:pPr indent="-298440" lvl="0" marL="457200" marR="0" rtl="0" algn="l">
              <a:lnSpc>
                <a:spcPct val="115000"/>
              </a:lnSpc>
              <a:spcBef>
                <a:spcPts val="0"/>
              </a:spcBef>
              <a:spcAft>
                <a:spcPts val="0"/>
              </a:spcAft>
              <a:buClr>
                <a:srgbClr val="000000"/>
              </a:buClr>
              <a:buSzPts val="1100"/>
              <a:buFont typeface="Arial"/>
              <a:buChar char="●"/>
            </a:pPr>
            <a:r>
              <a:rPr b="0" i="0" lang="ru" sz="1100" u="none" cap="none" strike="noStrike">
                <a:solidFill>
                  <a:schemeClr val="dk1"/>
                </a:solidFill>
                <a:latin typeface="Arial"/>
                <a:ea typeface="Arial"/>
                <a:cs typeface="Arial"/>
                <a:sym typeface="Arial"/>
              </a:rPr>
              <a:t>MATLAB is case-sensitive (</a:t>
            </a:r>
            <a:r>
              <a:rPr b="0" i="0" lang="ru" sz="1100" u="none" cap="none" strike="noStrike">
                <a:solidFill>
                  <a:srgbClr val="188038"/>
                </a:solidFill>
                <a:latin typeface="Roboto Mono"/>
                <a:ea typeface="Roboto Mono"/>
                <a:cs typeface="Roboto Mono"/>
                <a:sym typeface="Roboto Mono"/>
              </a:rPr>
              <a:t>Variable</a:t>
            </a:r>
            <a:r>
              <a:rPr b="0" i="0" lang="ru" sz="1100" u="none" cap="none" strike="noStrike">
                <a:solidFill>
                  <a:schemeClr val="dk1"/>
                </a:solidFill>
                <a:latin typeface="Arial"/>
                <a:ea typeface="Arial"/>
                <a:cs typeface="Arial"/>
                <a:sym typeface="Arial"/>
              </a:rPr>
              <a:t> is different from </a:t>
            </a:r>
            <a:r>
              <a:rPr b="0" i="0" lang="ru" sz="1100" u="none" cap="none" strike="noStrike">
                <a:solidFill>
                  <a:srgbClr val="188038"/>
                </a:solidFill>
                <a:latin typeface="Roboto Mono"/>
                <a:ea typeface="Roboto Mono"/>
                <a:cs typeface="Roboto Mono"/>
                <a:sym typeface="Roboto Mono"/>
              </a:rPr>
              <a:t>variable</a:t>
            </a:r>
            <a:r>
              <a:rPr b="0" i="0" lang="ru" sz="1100" u="none" cap="none" strike="noStrike">
                <a:solidFill>
                  <a:schemeClr val="dk1"/>
                </a:solidFill>
                <a:latin typeface="Arial"/>
                <a:ea typeface="Arial"/>
                <a:cs typeface="Arial"/>
                <a:sym typeface="Arial"/>
              </a:rPr>
              <a:t>).</a:t>
            </a:r>
            <a:endParaRPr b="0" i="0" sz="1100" u="none" cap="none" strike="noStrike">
              <a:solidFill>
                <a:srgbClr val="000000"/>
              </a:solidFill>
              <a:latin typeface="Arial"/>
              <a:ea typeface="Arial"/>
              <a:cs typeface="Arial"/>
              <a:sym typeface="Arial"/>
            </a:endParaRPr>
          </a:p>
          <a:p>
            <a:pPr indent="0" lvl="0" marL="0" marR="0" rtl="0" algn="l">
              <a:lnSpc>
                <a:spcPct val="115000"/>
              </a:lnSpc>
              <a:spcBef>
                <a:spcPts val="1199"/>
              </a:spcBef>
              <a:spcAft>
                <a:spcPts val="0"/>
              </a:spcAft>
              <a:buNone/>
            </a:pPr>
            <a:r>
              <a:t/>
            </a:r>
            <a:endParaRPr b="0" i="0" sz="1100" u="none" cap="none" strike="noStrike">
              <a:solidFill>
                <a:srgbClr val="000000"/>
              </a:solidFill>
              <a:latin typeface="Arial"/>
              <a:ea typeface="Arial"/>
              <a:cs typeface="Arial"/>
              <a:sym typeface="Arial"/>
            </a:endParaRPr>
          </a:p>
          <a:p>
            <a:pPr indent="0" lvl="0" marL="0" marR="0" rtl="0" algn="l">
              <a:lnSpc>
                <a:spcPct val="115000"/>
              </a:lnSpc>
              <a:spcBef>
                <a:spcPts val="1199"/>
              </a:spcBef>
              <a:spcAft>
                <a:spcPts val="0"/>
              </a:spcAft>
              <a:buNone/>
            </a:pPr>
            <a:r>
              <a:rPr b="1" i="0" lang="ru" sz="1100" u="none" cap="none" strike="noStrike">
                <a:solidFill>
                  <a:schemeClr val="dk1"/>
                </a:solidFill>
                <a:latin typeface="Arial"/>
                <a:ea typeface="Arial"/>
                <a:cs typeface="Arial"/>
                <a:sym typeface="Arial"/>
              </a:rPr>
              <a:t>Workspace:</a:t>
            </a:r>
            <a:endParaRPr b="0" i="0" sz="1100" u="none" cap="none" strike="noStrike">
              <a:solidFill>
                <a:srgbClr val="000000"/>
              </a:solidFill>
              <a:latin typeface="Arial"/>
              <a:ea typeface="Arial"/>
              <a:cs typeface="Arial"/>
              <a:sym typeface="Arial"/>
            </a:endParaRPr>
          </a:p>
          <a:p>
            <a:pPr indent="0" lvl="0" marL="0" marR="0" rtl="0" algn="l">
              <a:lnSpc>
                <a:spcPct val="115000"/>
              </a:lnSpc>
              <a:spcBef>
                <a:spcPts val="1199"/>
              </a:spcBef>
              <a:spcAft>
                <a:spcPts val="0"/>
              </a:spcAft>
              <a:buNone/>
            </a:pPr>
            <a:r>
              <a:rPr b="0" i="0" lang="ru" sz="1100" u="none" cap="none" strike="noStrike">
                <a:solidFill>
                  <a:schemeClr val="dk1"/>
                </a:solidFill>
                <a:latin typeface="Arial"/>
                <a:ea typeface="Arial"/>
                <a:cs typeface="Arial"/>
                <a:sym typeface="Arial"/>
              </a:rPr>
              <a:t>Variables are stored in the MATLAB workspace, which you can view using the </a:t>
            </a:r>
            <a:r>
              <a:rPr b="0" i="0" lang="ru" sz="1100" u="none" cap="none" strike="noStrike">
                <a:solidFill>
                  <a:srgbClr val="188038"/>
                </a:solidFill>
                <a:latin typeface="Roboto Mono"/>
                <a:ea typeface="Roboto Mono"/>
                <a:cs typeface="Roboto Mono"/>
                <a:sym typeface="Roboto Mono"/>
              </a:rPr>
              <a:t>whos</a:t>
            </a:r>
            <a:r>
              <a:rPr b="0" i="0" lang="ru" sz="1100" u="none" cap="none" strike="noStrike">
                <a:solidFill>
                  <a:schemeClr val="dk1"/>
                </a:solidFill>
                <a:latin typeface="Arial"/>
                <a:ea typeface="Arial"/>
                <a:cs typeface="Arial"/>
                <a:sym typeface="Arial"/>
              </a:rPr>
              <a:t> or </a:t>
            </a:r>
            <a:r>
              <a:rPr b="0" i="0" lang="ru" sz="1100" u="none" cap="none" strike="noStrike">
                <a:solidFill>
                  <a:srgbClr val="188038"/>
                </a:solidFill>
                <a:latin typeface="Roboto Mono"/>
                <a:ea typeface="Roboto Mono"/>
                <a:cs typeface="Roboto Mono"/>
                <a:sym typeface="Roboto Mono"/>
              </a:rPr>
              <a:t>who</a:t>
            </a:r>
            <a:r>
              <a:rPr b="0" i="0" lang="ru" sz="1100" u="none" cap="none" strike="noStrike">
                <a:solidFill>
                  <a:schemeClr val="dk1"/>
                </a:solidFill>
                <a:latin typeface="Arial"/>
                <a:ea typeface="Arial"/>
                <a:cs typeface="Arial"/>
                <a:sym typeface="Arial"/>
              </a:rPr>
              <a:t> commands.</a:t>
            </a:r>
            <a:endParaRPr b="0" i="0" sz="1100" u="none" cap="none" strike="noStrike">
              <a:solidFill>
                <a:srgbClr val="000000"/>
              </a:solidFill>
              <a:latin typeface="Arial"/>
              <a:ea typeface="Arial"/>
              <a:cs typeface="Arial"/>
              <a:sym typeface="Arial"/>
            </a:endParaRPr>
          </a:p>
        </p:txBody>
      </p:sp>
      <p:pic>
        <p:nvPicPr>
          <p:cNvPr id="225" name="Google Shape;225;p10"/>
          <p:cNvPicPr preferRelativeResize="0"/>
          <p:nvPr/>
        </p:nvPicPr>
        <p:blipFill rotWithShape="1">
          <a:blip r:embed="rId6">
            <a:alphaModFix/>
          </a:blip>
          <a:srcRect b="0" l="0" r="0" t="0"/>
          <a:stretch/>
        </p:blipFill>
        <p:spPr>
          <a:xfrm>
            <a:off x="8705880" y="0"/>
            <a:ext cx="437400" cy="389880"/>
          </a:xfrm>
          <a:prstGeom prst="rect">
            <a:avLst/>
          </a:prstGeom>
          <a:noFill/>
          <a:ln>
            <a:noFill/>
          </a:ln>
        </p:spPr>
      </p:pic>
      <p:pic>
        <p:nvPicPr>
          <p:cNvPr id="226" name="Google Shape;226;p10"/>
          <p:cNvPicPr preferRelativeResize="0"/>
          <p:nvPr/>
        </p:nvPicPr>
        <p:blipFill rotWithShape="1">
          <a:blip r:embed="rId7">
            <a:alphaModFix/>
          </a:blip>
          <a:srcRect b="0" l="0" r="0" t="0"/>
          <a:stretch/>
        </p:blipFill>
        <p:spPr>
          <a:xfrm>
            <a:off x="5861364" y="755224"/>
            <a:ext cx="3126150" cy="4235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11"/>
          <p:cNvSpPr txBox="1"/>
          <p:nvPr>
            <p:ph idx="4294967295" type="title"/>
          </p:nvPr>
        </p:nvSpPr>
        <p:spPr>
          <a:xfrm>
            <a:off x="311760" y="444960"/>
            <a:ext cx="8519760" cy="572040"/>
          </a:xfrm>
          <a:prstGeom prst="rect">
            <a:avLst/>
          </a:prstGeom>
          <a:noFill/>
          <a:ln>
            <a:noFill/>
          </a:ln>
        </p:spPr>
        <p:txBody>
          <a:bodyPr anchorCtr="0" anchor="t" bIns="91425" lIns="0" spcFirstLastPara="1" rIns="0" wrap="square" tIns="91425">
            <a:normAutofit fontScale="93000"/>
          </a:bodyPr>
          <a:lstStyle/>
          <a:p>
            <a:pPr indent="0" lvl="0" marL="0" marR="0" rtl="0" algn="l">
              <a:lnSpc>
                <a:spcPct val="100000"/>
              </a:lnSpc>
              <a:spcBef>
                <a:spcPts val="0"/>
              </a:spcBef>
              <a:spcAft>
                <a:spcPts val="0"/>
              </a:spcAft>
              <a:buClr>
                <a:schemeClr val="dk1"/>
              </a:buClr>
              <a:buSzPct val="100000"/>
              <a:buFont typeface="Arial"/>
              <a:buNone/>
            </a:pPr>
            <a:r>
              <a:rPr b="0" i="0" lang="ru" sz="2800" u="none" cap="none" strike="noStrike">
                <a:solidFill>
                  <a:schemeClr val="dk1"/>
                </a:solidFill>
                <a:latin typeface="Arial"/>
                <a:ea typeface="Arial"/>
                <a:cs typeface="Arial"/>
                <a:sym typeface="Arial"/>
              </a:rPr>
              <a:t>Variable types: numbers</a:t>
            </a:r>
            <a:endParaRPr b="0" i="0" sz="2800" u="none" cap="none" strike="noStrike">
              <a:solidFill>
                <a:srgbClr val="000000"/>
              </a:solidFill>
              <a:latin typeface="Arial"/>
              <a:ea typeface="Arial"/>
              <a:cs typeface="Arial"/>
              <a:sym typeface="Arial"/>
            </a:endParaRPr>
          </a:p>
        </p:txBody>
      </p:sp>
      <p:sp>
        <p:nvSpPr>
          <p:cNvPr id="232" name="Google Shape;232;p11"/>
          <p:cNvSpPr/>
          <p:nvPr/>
        </p:nvSpPr>
        <p:spPr>
          <a:xfrm>
            <a:off x="76320" y="1049623"/>
            <a:ext cx="8825700" cy="684600"/>
          </a:xfrm>
          <a:prstGeom prst="rect">
            <a:avLst/>
          </a:prstGeom>
          <a:noFill/>
          <a:ln>
            <a:noFill/>
          </a:ln>
        </p:spPr>
        <p:txBody>
          <a:bodyPr anchorCtr="0" anchor="t" bIns="91425" lIns="90000" spcFirstLastPara="1" rIns="90000" wrap="square" tIns="91425">
            <a:spAutoFit/>
          </a:bodyPr>
          <a:lstStyle/>
          <a:p>
            <a:pPr indent="0" lvl="0" marL="0" marR="0" rtl="0" algn="l">
              <a:lnSpc>
                <a:spcPct val="100000"/>
              </a:lnSpc>
              <a:spcBef>
                <a:spcPts val="0"/>
              </a:spcBef>
              <a:spcAft>
                <a:spcPts val="0"/>
              </a:spcAft>
              <a:buNone/>
            </a:pPr>
            <a:r>
              <a:rPr b="1" i="0" lang="ru" sz="1100" u="none" cap="none" strike="noStrike">
                <a:solidFill>
                  <a:schemeClr val="dk1"/>
                </a:solidFill>
                <a:latin typeface="Arial"/>
                <a:ea typeface="Arial"/>
                <a:cs typeface="Arial"/>
                <a:sym typeface="Arial"/>
              </a:rPr>
              <a:t>Double (64 bits):</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ru" sz="1100" u="none" cap="none" strike="noStrike">
                <a:solidFill>
                  <a:schemeClr val="dk1"/>
                </a:solidFill>
                <a:latin typeface="Arial"/>
                <a:ea typeface="Arial"/>
                <a:cs typeface="Arial"/>
                <a:sym typeface="Arial"/>
              </a:rPr>
              <a:t>The default numeric type in MATLAB. Every number you enter (unless specified otherwise) is stored as a double-precision floating-point number. </a:t>
            </a:r>
            <a:r>
              <a:rPr lang="ru" sz="1100">
                <a:solidFill>
                  <a:srgbClr val="188038"/>
                </a:solidFill>
                <a:latin typeface="Roboto Mono"/>
                <a:ea typeface="Roboto Mono"/>
                <a:cs typeface="Roboto Mono"/>
                <a:sym typeface="Roboto Mono"/>
              </a:rPr>
              <a:t>double</a:t>
            </a:r>
            <a:r>
              <a:rPr lang="ru" sz="1100">
                <a:solidFill>
                  <a:schemeClr val="dk1"/>
                </a:solidFill>
              </a:rPr>
              <a:t> precision is incredibly accurate for biology, but you should never trust a number past the 15th decimal place!</a:t>
            </a:r>
            <a:endParaRPr b="0" i="0" sz="1100" u="none" cap="none" strike="noStrike">
              <a:solidFill>
                <a:srgbClr val="000000"/>
              </a:solidFill>
              <a:latin typeface="Arial"/>
              <a:ea typeface="Arial"/>
              <a:cs typeface="Arial"/>
              <a:sym typeface="Arial"/>
            </a:endParaRPr>
          </a:p>
        </p:txBody>
      </p:sp>
      <p:pic>
        <p:nvPicPr>
          <p:cNvPr id="233" name="Google Shape;233;p11"/>
          <p:cNvPicPr preferRelativeResize="0"/>
          <p:nvPr/>
        </p:nvPicPr>
        <p:blipFill rotWithShape="1">
          <a:blip r:embed="rId3">
            <a:alphaModFix/>
          </a:blip>
          <a:srcRect b="0" l="0" r="0" t="0"/>
          <a:stretch/>
        </p:blipFill>
        <p:spPr>
          <a:xfrm>
            <a:off x="152280" y="1988280"/>
            <a:ext cx="3037680" cy="589680"/>
          </a:xfrm>
          <a:prstGeom prst="rect">
            <a:avLst/>
          </a:prstGeom>
          <a:noFill/>
          <a:ln>
            <a:noFill/>
          </a:ln>
        </p:spPr>
      </p:pic>
      <p:pic>
        <p:nvPicPr>
          <p:cNvPr id="234" name="Google Shape;234;p11"/>
          <p:cNvPicPr preferRelativeResize="0"/>
          <p:nvPr/>
        </p:nvPicPr>
        <p:blipFill rotWithShape="1">
          <a:blip r:embed="rId4">
            <a:alphaModFix/>
          </a:blip>
          <a:srcRect b="0" l="0" r="0" t="0"/>
          <a:stretch/>
        </p:blipFill>
        <p:spPr>
          <a:xfrm>
            <a:off x="3698280" y="1742926"/>
            <a:ext cx="3114000" cy="1142280"/>
          </a:xfrm>
          <a:prstGeom prst="rect">
            <a:avLst/>
          </a:prstGeom>
          <a:noFill/>
          <a:ln>
            <a:noFill/>
          </a:ln>
        </p:spPr>
      </p:pic>
      <p:sp>
        <p:nvSpPr>
          <p:cNvPr id="235" name="Google Shape;235;p11"/>
          <p:cNvSpPr/>
          <p:nvPr/>
        </p:nvSpPr>
        <p:spPr>
          <a:xfrm>
            <a:off x="76320" y="2819520"/>
            <a:ext cx="8902080" cy="517320"/>
          </a:xfrm>
          <a:prstGeom prst="rect">
            <a:avLst/>
          </a:prstGeom>
          <a:noFill/>
          <a:ln>
            <a:noFill/>
          </a:ln>
        </p:spPr>
        <p:txBody>
          <a:bodyPr anchorCtr="0" anchor="t" bIns="91425" lIns="90000" spcFirstLastPara="1" rIns="90000" wrap="square" tIns="91425">
            <a:spAutoFit/>
          </a:bodyPr>
          <a:lstStyle/>
          <a:p>
            <a:pPr indent="0" lvl="0" marL="0" marR="0" rtl="0" algn="l">
              <a:lnSpc>
                <a:spcPct val="100000"/>
              </a:lnSpc>
              <a:spcBef>
                <a:spcPts val="0"/>
              </a:spcBef>
              <a:spcAft>
                <a:spcPts val="0"/>
              </a:spcAft>
              <a:buNone/>
            </a:pPr>
            <a:r>
              <a:rPr b="1" i="0" lang="ru" sz="1100" u="none" cap="none" strike="noStrike">
                <a:solidFill>
                  <a:schemeClr val="dk1"/>
                </a:solidFill>
                <a:latin typeface="Arial"/>
                <a:ea typeface="Arial"/>
                <a:cs typeface="Arial"/>
                <a:sym typeface="Arial"/>
              </a:rPr>
              <a:t>Single (32 bits):</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ru" sz="1100" u="none" cap="none" strike="noStrike">
                <a:solidFill>
                  <a:schemeClr val="dk1"/>
                </a:solidFill>
                <a:latin typeface="Arial"/>
                <a:ea typeface="Arial"/>
                <a:cs typeface="Arial"/>
                <a:sym typeface="Arial"/>
              </a:rPr>
              <a:t>Single-precision floating-point numbers, which use less memory but offer lower precision.</a:t>
            </a:r>
            <a:endParaRPr b="0" i="0" sz="1100" u="none" cap="none" strike="noStrike">
              <a:solidFill>
                <a:srgbClr val="000000"/>
              </a:solidFill>
              <a:latin typeface="Arial"/>
              <a:ea typeface="Arial"/>
              <a:cs typeface="Arial"/>
              <a:sym typeface="Arial"/>
            </a:endParaRPr>
          </a:p>
        </p:txBody>
      </p:sp>
      <p:pic>
        <p:nvPicPr>
          <p:cNvPr id="236" name="Google Shape;236;p11"/>
          <p:cNvPicPr preferRelativeResize="0"/>
          <p:nvPr/>
        </p:nvPicPr>
        <p:blipFill rotWithShape="1">
          <a:blip r:embed="rId5">
            <a:alphaModFix/>
          </a:blip>
          <a:srcRect b="0" l="0" r="0" t="0"/>
          <a:stretch/>
        </p:blipFill>
        <p:spPr>
          <a:xfrm>
            <a:off x="152280" y="3494880"/>
            <a:ext cx="2361600" cy="513720"/>
          </a:xfrm>
          <a:prstGeom prst="rect">
            <a:avLst/>
          </a:prstGeom>
          <a:noFill/>
          <a:ln>
            <a:noFill/>
          </a:ln>
        </p:spPr>
      </p:pic>
      <p:pic>
        <p:nvPicPr>
          <p:cNvPr id="237" name="Google Shape;237;p11"/>
          <p:cNvPicPr preferRelativeResize="0"/>
          <p:nvPr/>
        </p:nvPicPr>
        <p:blipFill rotWithShape="1">
          <a:blip r:embed="rId6">
            <a:alphaModFix/>
          </a:blip>
          <a:srcRect b="0" l="0" r="0" t="0"/>
          <a:stretch/>
        </p:blipFill>
        <p:spPr>
          <a:xfrm>
            <a:off x="3698280" y="3494880"/>
            <a:ext cx="2390040" cy="999360"/>
          </a:xfrm>
          <a:prstGeom prst="rect">
            <a:avLst/>
          </a:prstGeom>
          <a:noFill/>
          <a:ln>
            <a:noFill/>
          </a:ln>
        </p:spPr>
      </p:pic>
      <p:pic>
        <p:nvPicPr>
          <p:cNvPr id="238" name="Google Shape;238;p11"/>
          <p:cNvPicPr preferRelativeResize="0"/>
          <p:nvPr/>
        </p:nvPicPr>
        <p:blipFill rotWithShape="1">
          <a:blip r:embed="rId7">
            <a:alphaModFix/>
          </a:blip>
          <a:srcRect b="0" l="0" r="0" t="0"/>
          <a:stretch/>
        </p:blipFill>
        <p:spPr>
          <a:xfrm>
            <a:off x="8705880" y="0"/>
            <a:ext cx="437400" cy="38988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12"/>
          <p:cNvSpPr txBox="1"/>
          <p:nvPr>
            <p:ph idx="4294967295" type="title"/>
          </p:nvPr>
        </p:nvSpPr>
        <p:spPr>
          <a:xfrm>
            <a:off x="311760" y="444960"/>
            <a:ext cx="8519760" cy="572040"/>
          </a:xfrm>
          <a:prstGeom prst="rect">
            <a:avLst/>
          </a:prstGeom>
          <a:noFill/>
          <a:ln>
            <a:noFill/>
          </a:ln>
        </p:spPr>
        <p:txBody>
          <a:bodyPr anchorCtr="0" anchor="t" bIns="91425" lIns="0" spcFirstLastPara="1" rIns="0" wrap="square" tIns="91425">
            <a:normAutofit fontScale="93000"/>
          </a:bodyPr>
          <a:lstStyle/>
          <a:p>
            <a:pPr indent="0" lvl="0" marL="0" marR="0" rtl="0" algn="l">
              <a:lnSpc>
                <a:spcPct val="100000"/>
              </a:lnSpc>
              <a:spcBef>
                <a:spcPts val="0"/>
              </a:spcBef>
              <a:spcAft>
                <a:spcPts val="0"/>
              </a:spcAft>
              <a:buClr>
                <a:schemeClr val="dk1"/>
              </a:buClr>
              <a:buSzPct val="100000"/>
              <a:buFont typeface="Arial"/>
              <a:buNone/>
            </a:pPr>
            <a:r>
              <a:rPr b="0" i="0" lang="ru" sz="2800" u="none" cap="none" strike="noStrike">
                <a:solidFill>
                  <a:schemeClr val="dk1"/>
                </a:solidFill>
                <a:latin typeface="Arial"/>
                <a:ea typeface="Arial"/>
                <a:cs typeface="Arial"/>
                <a:sym typeface="Arial"/>
              </a:rPr>
              <a:t>Variable types: Integers</a:t>
            </a:r>
            <a:endParaRPr b="0" i="0" sz="2800" u="none" cap="none" strike="noStrike">
              <a:solidFill>
                <a:srgbClr val="000000"/>
              </a:solidFill>
              <a:latin typeface="Arial"/>
              <a:ea typeface="Arial"/>
              <a:cs typeface="Arial"/>
              <a:sym typeface="Arial"/>
            </a:endParaRPr>
          </a:p>
        </p:txBody>
      </p:sp>
      <p:sp>
        <p:nvSpPr>
          <p:cNvPr id="244" name="Google Shape;244;p12"/>
          <p:cNvSpPr/>
          <p:nvPr/>
        </p:nvSpPr>
        <p:spPr>
          <a:xfrm>
            <a:off x="152280" y="1066680"/>
            <a:ext cx="8718840" cy="672120"/>
          </a:xfrm>
          <a:prstGeom prst="rect">
            <a:avLst/>
          </a:prstGeom>
          <a:noFill/>
          <a:ln>
            <a:noFill/>
          </a:ln>
        </p:spPr>
        <p:txBody>
          <a:bodyPr anchorCtr="0" anchor="t" bIns="91425" lIns="90000" spcFirstLastPara="1" rIns="90000" wrap="square" tIns="91425">
            <a:spAutoFit/>
          </a:bodyPr>
          <a:lstStyle/>
          <a:p>
            <a:pPr indent="0" lvl="0" marL="0" marR="0" rtl="0" algn="l">
              <a:lnSpc>
                <a:spcPct val="115000"/>
              </a:lnSpc>
              <a:spcBef>
                <a:spcPts val="0"/>
              </a:spcBef>
              <a:spcAft>
                <a:spcPts val="0"/>
              </a:spcAft>
              <a:buNone/>
            </a:pPr>
            <a:r>
              <a:rPr b="0" i="0" lang="ru" sz="1400" u="none" cap="none" strike="noStrike">
                <a:solidFill>
                  <a:srgbClr val="000000"/>
                </a:solidFill>
                <a:latin typeface="Arial"/>
                <a:ea typeface="Arial"/>
                <a:cs typeface="Arial"/>
                <a:sym typeface="Arial"/>
              </a:rPr>
              <a:t>MATLAB offers several integer types that allow you to work with whole numbers while controlling the amount of memory used and specifying whether the numbers can be negative or only nonnegative.</a:t>
            </a:r>
            <a:endParaRPr b="0" i="0" sz="1400" u="none" cap="none" strike="noStrike">
              <a:solidFill>
                <a:srgbClr val="000000"/>
              </a:solidFill>
              <a:latin typeface="Arial"/>
              <a:ea typeface="Arial"/>
              <a:cs typeface="Arial"/>
              <a:sym typeface="Arial"/>
            </a:endParaRPr>
          </a:p>
        </p:txBody>
      </p:sp>
      <p:sp>
        <p:nvSpPr>
          <p:cNvPr id="245" name="Google Shape;245;p12"/>
          <p:cNvSpPr/>
          <p:nvPr/>
        </p:nvSpPr>
        <p:spPr>
          <a:xfrm>
            <a:off x="228600" y="1676520"/>
            <a:ext cx="8718840" cy="3344040"/>
          </a:xfrm>
          <a:prstGeom prst="rect">
            <a:avLst/>
          </a:prstGeom>
          <a:noFill/>
          <a:ln>
            <a:noFill/>
          </a:ln>
        </p:spPr>
        <p:txBody>
          <a:bodyPr anchorCtr="0" anchor="t" bIns="91425" lIns="90000" spcFirstLastPara="1" rIns="90000" wrap="square" tIns="91425">
            <a:spAutoFit/>
          </a:bodyPr>
          <a:lstStyle/>
          <a:p>
            <a:pPr indent="0" lvl="0" marL="0" marR="0" rtl="0" algn="l">
              <a:lnSpc>
                <a:spcPct val="115000"/>
              </a:lnSpc>
              <a:spcBef>
                <a:spcPts val="0"/>
              </a:spcBef>
              <a:spcAft>
                <a:spcPts val="0"/>
              </a:spcAft>
              <a:buNone/>
            </a:pPr>
            <a:r>
              <a:rPr b="1" i="0" lang="ru" sz="1200" u="none" cap="none" strike="noStrike">
                <a:solidFill>
                  <a:schemeClr val="dk1"/>
                </a:solidFill>
                <a:latin typeface="Arial"/>
                <a:ea typeface="Arial"/>
                <a:cs typeface="Arial"/>
                <a:sym typeface="Arial"/>
              </a:rPr>
              <a:t>Signed Integer Types</a:t>
            </a:r>
            <a:endParaRPr b="0" i="0" sz="1200" u="none" cap="none" strike="noStrike">
              <a:solidFill>
                <a:srgbClr val="000000"/>
              </a:solidFill>
              <a:latin typeface="Arial"/>
              <a:ea typeface="Arial"/>
              <a:cs typeface="Arial"/>
              <a:sym typeface="Arial"/>
            </a:endParaRPr>
          </a:p>
          <a:p>
            <a:pPr indent="-291960" lvl="0" marL="457200" marR="0" rtl="0" algn="l">
              <a:lnSpc>
                <a:spcPct val="115000"/>
              </a:lnSpc>
              <a:spcBef>
                <a:spcPts val="1199"/>
              </a:spcBef>
              <a:spcAft>
                <a:spcPts val="0"/>
              </a:spcAft>
              <a:buClr>
                <a:srgbClr val="000000"/>
              </a:buClr>
              <a:buSzPts val="1000"/>
              <a:buFont typeface="Arial"/>
              <a:buChar char="●"/>
            </a:pPr>
            <a:r>
              <a:rPr b="1" i="0" lang="ru" sz="1000" u="none" cap="none" strike="noStrike">
                <a:solidFill>
                  <a:schemeClr val="dk1"/>
                </a:solidFill>
                <a:latin typeface="Arial"/>
                <a:ea typeface="Arial"/>
                <a:cs typeface="Arial"/>
                <a:sym typeface="Arial"/>
              </a:rPr>
              <a:t>int8:</a:t>
            </a:r>
            <a:endParaRPr b="0" i="0" sz="1000" u="none" cap="none" strike="noStrike">
              <a:solidFill>
                <a:srgbClr val="000000"/>
              </a:solidFill>
              <a:latin typeface="Arial"/>
              <a:ea typeface="Arial"/>
              <a:cs typeface="Arial"/>
              <a:sym typeface="Arial"/>
            </a:endParaRPr>
          </a:p>
          <a:p>
            <a:pPr indent="-291960" lvl="1" marL="914400" marR="0" rtl="0" algn="l">
              <a:lnSpc>
                <a:spcPct val="115000"/>
              </a:lnSpc>
              <a:spcBef>
                <a:spcPts val="0"/>
              </a:spcBef>
              <a:spcAft>
                <a:spcPts val="0"/>
              </a:spcAft>
              <a:buClr>
                <a:srgbClr val="000000"/>
              </a:buClr>
              <a:buSzPts val="1000"/>
              <a:buFont typeface="Arial"/>
              <a:buChar char="○"/>
            </a:pPr>
            <a:r>
              <a:rPr b="1" i="0" lang="ru" sz="1000" u="none" cap="none" strike="noStrike">
                <a:solidFill>
                  <a:schemeClr val="dk1"/>
                </a:solidFill>
                <a:latin typeface="Arial"/>
                <a:ea typeface="Arial"/>
                <a:cs typeface="Arial"/>
                <a:sym typeface="Arial"/>
              </a:rPr>
              <a:t>Size:</a:t>
            </a:r>
            <a:r>
              <a:rPr b="0" i="0" lang="ru" sz="1000" u="none" cap="none" strike="noStrike">
                <a:solidFill>
                  <a:schemeClr val="dk1"/>
                </a:solidFill>
                <a:latin typeface="Arial"/>
                <a:ea typeface="Arial"/>
                <a:cs typeface="Arial"/>
                <a:sym typeface="Arial"/>
              </a:rPr>
              <a:t> 8 bits (1 byte)</a:t>
            </a:r>
            <a:endParaRPr b="0" i="0" sz="1000" u="none" cap="none" strike="noStrike">
              <a:solidFill>
                <a:srgbClr val="000000"/>
              </a:solidFill>
              <a:latin typeface="Arial"/>
              <a:ea typeface="Arial"/>
              <a:cs typeface="Arial"/>
              <a:sym typeface="Arial"/>
            </a:endParaRPr>
          </a:p>
          <a:p>
            <a:pPr indent="-291960" lvl="1" marL="914400" marR="0" rtl="0" algn="l">
              <a:lnSpc>
                <a:spcPct val="115000"/>
              </a:lnSpc>
              <a:spcBef>
                <a:spcPts val="0"/>
              </a:spcBef>
              <a:spcAft>
                <a:spcPts val="0"/>
              </a:spcAft>
              <a:buClr>
                <a:srgbClr val="000000"/>
              </a:buClr>
              <a:buSzPts val="1000"/>
              <a:buFont typeface="Arial"/>
              <a:buChar char="○"/>
            </a:pPr>
            <a:r>
              <a:rPr b="1" i="0" lang="ru" sz="1000" u="none" cap="none" strike="noStrike">
                <a:solidFill>
                  <a:schemeClr val="dk1"/>
                </a:solidFill>
                <a:latin typeface="Arial"/>
                <a:ea typeface="Arial"/>
                <a:cs typeface="Arial"/>
                <a:sym typeface="Arial"/>
              </a:rPr>
              <a:t>Range:</a:t>
            </a:r>
            <a:r>
              <a:rPr b="0" i="0" lang="ru" sz="1000" u="none" cap="none" strike="noStrike">
                <a:solidFill>
                  <a:schemeClr val="dk1"/>
                </a:solidFill>
                <a:latin typeface="Arial"/>
                <a:ea typeface="Arial"/>
                <a:cs typeface="Arial"/>
                <a:sym typeface="Arial"/>
              </a:rPr>
              <a:t> -128 to 127</a:t>
            </a:r>
            <a:endParaRPr b="0" i="0" sz="1000" u="none" cap="none" strike="noStrike">
              <a:solidFill>
                <a:srgbClr val="000000"/>
              </a:solidFill>
              <a:latin typeface="Arial"/>
              <a:ea typeface="Arial"/>
              <a:cs typeface="Arial"/>
              <a:sym typeface="Arial"/>
            </a:endParaRPr>
          </a:p>
          <a:p>
            <a:pPr indent="-291960" lvl="1" marL="914400" marR="0" rtl="0" algn="l">
              <a:lnSpc>
                <a:spcPct val="115000"/>
              </a:lnSpc>
              <a:spcBef>
                <a:spcPts val="0"/>
              </a:spcBef>
              <a:spcAft>
                <a:spcPts val="0"/>
              </a:spcAft>
              <a:buClr>
                <a:srgbClr val="000000"/>
              </a:buClr>
              <a:buSzPts val="1000"/>
              <a:buFont typeface="Arial"/>
              <a:buChar char="○"/>
            </a:pPr>
            <a:r>
              <a:rPr b="1" i="0" lang="ru" sz="1000" u="none" cap="none" strike="noStrike">
                <a:solidFill>
                  <a:schemeClr val="dk1"/>
                </a:solidFill>
                <a:latin typeface="Arial"/>
                <a:ea typeface="Arial"/>
                <a:cs typeface="Arial"/>
                <a:sym typeface="Arial"/>
              </a:rPr>
              <a:t>Usage:</a:t>
            </a:r>
            <a:r>
              <a:rPr b="0" i="0" lang="ru" sz="1000" u="none" cap="none" strike="noStrike">
                <a:solidFill>
                  <a:schemeClr val="dk1"/>
                </a:solidFill>
                <a:latin typeface="Arial"/>
                <a:ea typeface="Arial"/>
                <a:cs typeface="Arial"/>
                <a:sym typeface="Arial"/>
              </a:rPr>
              <a:t> Use when you need to store small negative or positive integers.</a:t>
            </a:r>
            <a:endParaRPr b="0" i="0" sz="1000" u="none" cap="none" strike="noStrike">
              <a:solidFill>
                <a:srgbClr val="000000"/>
              </a:solidFill>
              <a:latin typeface="Arial"/>
              <a:ea typeface="Arial"/>
              <a:cs typeface="Arial"/>
              <a:sym typeface="Arial"/>
            </a:endParaRPr>
          </a:p>
          <a:p>
            <a:pPr indent="-291960" lvl="0" marL="457200" marR="0" rtl="0" algn="l">
              <a:lnSpc>
                <a:spcPct val="115000"/>
              </a:lnSpc>
              <a:spcBef>
                <a:spcPts val="0"/>
              </a:spcBef>
              <a:spcAft>
                <a:spcPts val="0"/>
              </a:spcAft>
              <a:buClr>
                <a:srgbClr val="000000"/>
              </a:buClr>
              <a:buSzPts val="1000"/>
              <a:buFont typeface="Arial"/>
              <a:buChar char="●"/>
            </a:pPr>
            <a:r>
              <a:rPr b="1" i="0" lang="ru" sz="1000" u="none" cap="none" strike="noStrike">
                <a:solidFill>
                  <a:schemeClr val="dk1"/>
                </a:solidFill>
                <a:latin typeface="Arial"/>
                <a:ea typeface="Arial"/>
                <a:cs typeface="Arial"/>
                <a:sym typeface="Arial"/>
              </a:rPr>
              <a:t>int16:</a:t>
            </a:r>
            <a:endParaRPr b="0" i="0" sz="1000" u="none" cap="none" strike="noStrike">
              <a:solidFill>
                <a:srgbClr val="000000"/>
              </a:solidFill>
              <a:latin typeface="Arial"/>
              <a:ea typeface="Arial"/>
              <a:cs typeface="Arial"/>
              <a:sym typeface="Arial"/>
            </a:endParaRPr>
          </a:p>
          <a:p>
            <a:pPr indent="-291960" lvl="1" marL="914400" marR="0" rtl="0" algn="l">
              <a:lnSpc>
                <a:spcPct val="115000"/>
              </a:lnSpc>
              <a:spcBef>
                <a:spcPts val="0"/>
              </a:spcBef>
              <a:spcAft>
                <a:spcPts val="0"/>
              </a:spcAft>
              <a:buClr>
                <a:srgbClr val="000000"/>
              </a:buClr>
              <a:buSzPts val="1000"/>
              <a:buFont typeface="Arial"/>
              <a:buChar char="○"/>
            </a:pPr>
            <a:r>
              <a:rPr b="1" i="0" lang="ru" sz="1000" u="none" cap="none" strike="noStrike">
                <a:solidFill>
                  <a:schemeClr val="dk1"/>
                </a:solidFill>
                <a:latin typeface="Arial"/>
                <a:ea typeface="Arial"/>
                <a:cs typeface="Arial"/>
                <a:sym typeface="Arial"/>
              </a:rPr>
              <a:t>Size:</a:t>
            </a:r>
            <a:r>
              <a:rPr b="0" i="0" lang="ru" sz="1000" u="none" cap="none" strike="noStrike">
                <a:solidFill>
                  <a:schemeClr val="dk1"/>
                </a:solidFill>
                <a:latin typeface="Arial"/>
                <a:ea typeface="Arial"/>
                <a:cs typeface="Arial"/>
                <a:sym typeface="Arial"/>
              </a:rPr>
              <a:t> 16 bits (2 bytes)</a:t>
            </a:r>
            <a:endParaRPr b="0" i="0" sz="1000" u="none" cap="none" strike="noStrike">
              <a:solidFill>
                <a:srgbClr val="000000"/>
              </a:solidFill>
              <a:latin typeface="Arial"/>
              <a:ea typeface="Arial"/>
              <a:cs typeface="Arial"/>
              <a:sym typeface="Arial"/>
            </a:endParaRPr>
          </a:p>
          <a:p>
            <a:pPr indent="-291960" lvl="1" marL="914400" marR="0" rtl="0" algn="l">
              <a:lnSpc>
                <a:spcPct val="115000"/>
              </a:lnSpc>
              <a:spcBef>
                <a:spcPts val="0"/>
              </a:spcBef>
              <a:spcAft>
                <a:spcPts val="0"/>
              </a:spcAft>
              <a:buClr>
                <a:srgbClr val="000000"/>
              </a:buClr>
              <a:buSzPts val="1000"/>
              <a:buFont typeface="Arial"/>
              <a:buChar char="○"/>
            </a:pPr>
            <a:r>
              <a:rPr b="1" i="0" lang="ru" sz="1000" u="none" cap="none" strike="noStrike">
                <a:solidFill>
                  <a:schemeClr val="dk1"/>
                </a:solidFill>
                <a:latin typeface="Arial"/>
                <a:ea typeface="Arial"/>
                <a:cs typeface="Arial"/>
                <a:sym typeface="Arial"/>
              </a:rPr>
              <a:t>Range:</a:t>
            </a:r>
            <a:r>
              <a:rPr b="0" i="0" lang="ru" sz="1000" u="none" cap="none" strike="noStrike">
                <a:solidFill>
                  <a:schemeClr val="dk1"/>
                </a:solidFill>
                <a:latin typeface="Arial"/>
                <a:ea typeface="Arial"/>
                <a:cs typeface="Arial"/>
                <a:sym typeface="Arial"/>
              </a:rPr>
              <a:t> -32,768 to 32,767</a:t>
            </a:r>
            <a:endParaRPr b="0" i="0" sz="1000" u="none" cap="none" strike="noStrike">
              <a:solidFill>
                <a:srgbClr val="000000"/>
              </a:solidFill>
              <a:latin typeface="Arial"/>
              <a:ea typeface="Arial"/>
              <a:cs typeface="Arial"/>
              <a:sym typeface="Arial"/>
            </a:endParaRPr>
          </a:p>
          <a:p>
            <a:pPr indent="-291960" lvl="1" marL="914400" marR="0" rtl="0" algn="l">
              <a:lnSpc>
                <a:spcPct val="115000"/>
              </a:lnSpc>
              <a:spcBef>
                <a:spcPts val="0"/>
              </a:spcBef>
              <a:spcAft>
                <a:spcPts val="0"/>
              </a:spcAft>
              <a:buClr>
                <a:srgbClr val="000000"/>
              </a:buClr>
              <a:buSzPts val="1000"/>
              <a:buFont typeface="Arial"/>
              <a:buChar char="○"/>
            </a:pPr>
            <a:r>
              <a:rPr b="1" i="0" lang="ru" sz="1000" u="none" cap="none" strike="noStrike">
                <a:solidFill>
                  <a:schemeClr val="dk1"/>
                </a:solidFill>
                <a:latin typeface="Arial"/>
                <a:ea typeface="Arial"/>
                <a:cs typeface="Arial"/>
                <a:sym typeface="Arial"/>
              </a:rPr>
              <a:t>Usage:</a:t>
            </a:r>
            <a:r>
              <a:rPr b="0" i="0" lang="ru" sz="1000" u="none" cap="none" strike="noStrike">
                <a:solidFill>
                  <a:schemeClr val="dk1"/>
                </a:solidFill>
                <a:latin typeface="Arial"/>
                <a:ea typeface="Arial"/>
                <a:cs typeface="Arial"/>
                <a:sym typeface="Arial"/>
              </a:rPr>
              <a:t> Suitable for moderately sized integers, balancing memory and range.</a:t>
            </a:r>
            <a:endParaRPr b="0" i="0" sz="1000" u="none" cap="none" strike="noStrike">
              <a:solidFill>
                <a:srgbClr val="000000"/>
              </a:solidFill>
              <a:latin typeface="Arial"/>
              <a:ea typeface="Arial"/>
              <a:cs typeface="Arial"/>
              <a:sym typeface="Arial"/>
            </a:endParaRPr>
          </a:p>
          <a:p>
            <a:pPr indent="-291960" lvl="0" marL="457200" marR="0" rtl="0" algn="l">
              <a:lnSpc>
                <a:spcPct val="115000"/>
              </a:lnSpc>
              <a:spcBef>
                <a:spcPts val="0"/>
              </a:spcBef>
              <a:spcAft>
                <a:spcPts val="0"/>
              </a:spcAft>
              <a:buClr>
                <a:srgbClr val="000000"/>
              </a:buClr>
              <a:buSzPts val="1000"/>
              <a:buFont typeface="Arial"/>
              <a:buChar char="●"/>
            </a:pPr>
            <a:r>
              <a:rPr b="1" i="0" lang="ru" sz="1000" u="none" cap="none" strike="noStrike">
                <a:solidFill>
                  <a:schemeClr val="dk1"/>
                </a:solidFill>
                <a:latin typeface="Arial"/>
                <a:ea typeface="Arial"/>
                <a:cs typeface="Arial"/>
                <a:sym typeface="Arial"/>
              </a:rPr>
              <a:t>int32:</a:t>
            </a:r>
            <a:endParaRPr b="0" i="0" sz="1000" u="none" cap="none" strike="noStrike">
              <a:solidFill>
                <a:srgbClr val="000000"/>
              </a:solidFill>
              <a:latin typeface="Arial"/>
              <a:ea typeface="Arial"/>
              <a:cs typeface="Arial"/>
              <a:sym typeface="Arial"/>
            </a:endParaRPr>
          </a:p>
          <a:p>
            <a:pPr indent="-291960" lvl="1" marL="914400" marR="0" rtl="0" algn="l">
              <a:lnSpc>
                <a:spcPct val="115000"/>
              </a:lnSpc>
              <a:spcBef>
                <a:spcPts val="0"/>
              </a:spcBef>
              <a:spcAft>
                <a:spcPts val="0"/>
              </a:spcAft>
              <a:buClr>
                <a:srgbClr val="000000"/>
              </a:buClr>
              <a:buSzPts val="1000"/>
              <a:buFont typeface="Arial"/>
              <a:buChar char="○"/>
            </a:pPr>
            <a:r>
              <a:rPr b="1" i="0" lang="ru" sz="1000" u="none" cap="none" strike="noStrike">
                <a:solidFill>
                  <a:schemeClr val="dk1"/>
                </a:solidFill>
                <a:latin typeface="Arial"/>
                <a:ea typeface="Arial"/>
                <a:cs typeface="Arial"/>
                <a:sym typeface="Arial"/>
              </a:rPr>
              <a:t>Size:</a:t>
            </a:r>
            <a:r>
              <a:rPr b="0" i="0" lang="ru" sz="1000" u="none" cap="none" strike="noStrike">
                <a:solidFill>
                  <a:schemeClr val="dk1"/>
                </a:solidFill>
                <a:latin typeface="Arial"/>
                <a:ea typeface="Arial"/>
                <a:cs typeface="Arial"/>
                <a:sym typeface="Arial"/>
              </a:rPr>
              <a:t> 32 bits (4 bytes)</a:t>
            </a:r>
            <a:endParaRPr b="0" i="0" sz="1000" u="none" cap="none" strike="noStrike">
              <a:solidFill>
                <a:srgbClr val="000000"/>
              </a:solidFill>
              <a:latin typeface="Arial"/>
              <a:ea typeface="Arial"/>
              <a:cs typeface="Arial"/>
              <a:sym typeface="Arial"/>
            </a:endParaRPr>
          </a:p>
          <a:p>
            <a:pPr indent="-291960" lvl="1" marL="914400" marR="0" rtl="0" algn="l">
              <a:lnSpc>
                <a:spcPct val="115000"/>
              </a:lnSpc>
              <a:spcBef>
                <a:spcPts val="0"/>
              </a:spcBef>
              <a:spcAft>
                <a:spcPts val="0"/>
              </a:spcAft>
              <a:buClr>
                <a:srgbClr val="000000"/>
              </a:buClr>
              <a:buSzPts val="1000"/>
              <a:buFont typeface="Arial"/>
              <a:buChar char="○"/>
            </a:pPr>
            <a:r>
              <a:rPr b="1" i="0" lang="ru" sz="1000" u="none" cap="none" strike="noStrike">
                <a:solidFill>
                  <a:schemeClr val="dk1"/>
                </a:solidFill>
                <a:latin typeface="Arial"/>
                <a:ea typeface="Arial"/>
                <a:cs typeface="Arial"/>
                <a:sym typeface="Arial"/>
              </a:rPr>
              <a:t>Range:</a:t>
            </a:r>
            <a:r>
              <a:rPr b="0" i="0" lang="ru" sz="1000" u="none" cap="none" strike="noStrike">
                <a:solidFill>
                  <a:schemeClr val="dk1"/>
                </a:solidFill>
                <a:latin typeface="Arial"/>
                <a:ea typeface="Arial"/>
                <a:cs typeface="Arial"/>
                <a:sym typeface="Arial"/>
              </a:rPr>
              <a:t> -2,147,483,648 to 2,147,483,647</a:t>
            </a:r>
            <a:endParaRPr b="0" i="0" sz="1000" u="none" cap="none" strike="noStrike">
              <a:solidFill>
                <a:srgbClr val="000000"/>
              </a:solidFill>
              <a:latin typeface="Arial"/>
              <a:ea typeface="Arial"/>
              <a:cs typeface="Arial"/>
              <a:sym typeface="Arial"/>
            </a:endParaRPr>
          </a:p>
          <a:p>
            <a:pPr indent="-291960" lvl="1" marL="914400" marR="0" rtl="0" algn="l">
              <a:lnSpc>
                <a:spcPct val="115000"/>
              </a:lnSpc>
              <a:spcBef>
                <a:spcPts val="0"/>
              </a:spcBef>
              <a:spcAft>
                <a:spcPts val="0"/>
              </a:spcAft>
              <a:buClr>
                <a:srgbClr val="000000"/>
              </a:buClr>
              <a:buSzPts val="1000"/>
              <a:buFont typeface="Arial"/>
              <a:buChar char="○"/>
            </a:pPr>
            <a:r>
              <a:rPr b="1" i="0" lang="ru" sz="1000" u="none" cap="none" strike="noStrike">
                <a:solidFill>
                  <a:schemeClr val="dk1"/>
                </a:solidFill>
                <a:latin typeface="Arial"/>
                <a:ea typeface="Arial"/>
                <a:cs typeface="Arial"/>
                <a:sym typeface="Arial"/>
              </a:rPr>
              <a:t>Usage:</a:t>
            </a:r>
            <a:r>
              <a:rPr b="0" i="0" lang="ru" sz="1000" u="none" cap="none" strike="noStrike">
                <a:solidFill>
                  <a:schemeClr val="dk1"/>
                </a:solidFill>
                <a:latin typeface="Arial"/>
                <a:ea typeface="Arial"/>
                <a:cs typeface="Arial"/>
                <a:sym typeface="Arial"/>
              </a:rPr>
              <a:t> This is often the default for many applications requiring integers, offering a large range.</a:t>
            </a:r>
            <a:endParaRPr b="0" i="0" sz="1000" u="none" cap="none" strike="noStrike">
              <a:solidFill>
                <a:srgbClr val="000000"/>
              </a:solidFill>
              <a:latin typeface="Arial"/>
              <a:ea typeface="Arial"/>
              <a:cs typeface="Arial"/>
              <a:sym typeface="Arial"/>
            </a:endParaRPr>
          </a:p>
          <a:p>
            <a:pPr indent="-291960" lvl="0" marL="457200" marR="0" rtl="0" algn="l">
              <a:lnSpc>
                <a:spcPct val="115000"/>
              </a:lnSpc>
              <a:spcBef>
                <a:spcPts val="0"/>
              </a:spcBef>
              <a:spcAft>
                <a:spcPts val="0"/>
              </a:spcAft>
              <a:buClr>
                <a:srgbClr val="000000"/>
              </a:buClr>
              <a:buSzPts val="1000"/>
              <a:buFont typeface="Arial"/>
              <a:buChar char="●"/>
            </a:pPr>
            <a:r>
              <a:rPr b="1" i="0" lang="ru" sz="1000" u="none" cap="none" strike="noStrike">
                <a:solidFill>
                  <a:schemeClr val="dk1"/>
                </a:solidFill>
                <a:latin typeface="Arial"/>
                <a:ea typeface="Arial"/>
                <a:cs typeface="Arial"/>
                <a:sym typeface="Arial"/>
              </a:rPr>
              <a:t>int64:</a:t>
            </a:r>
            <a:endParaRPr b="0" i="0" sz="1000" u="none" cap="none" strike="noStrike">
              <a:solidFill>
                <a:srgbClr val="000000"/>
              </a:solidFill>
              <a:latin typeface="Arial"/>
              <a:ea typeface="Arial"/>
              <a:cs typeface="Arial"/>
              <a:sym typeface="Arial"/>
            </a:endParaRPr>
          </a:p>
          <a:p>
            <a:pPr indent="-291960" lvl="1" marL="914400" marR="0" rtl="0" algn="l">
              <a:lnSpc>
                <a:spcPct val="115000"/>
              </a:lnSpc>
              <a:spcBef>
                <a:spcPts val="0"/>
              </a:spcBef>
              <a:spcAft>
                <a:spcPts val="0"/>
              </a:spcAft>
              <a:buClr>
                <a:srgbClr val="000000"/>
              </a:buClr>
              <a:buSzPts val="1000"/>
              <a:buFont typeface="Arial"/>
              <a:buChar char="○"/>
            </a:pPr>
            <a:r>
              <a:rPr b="1" i="0" lang="ru" sz="1000" u="none" cap="none" strike="noStrike">
                <a:solidFill>
                  <a:schemeClr val="dk1"/>
                </a:solidFill>
                <a:latin typeface="Arial"/>
                <a:ea typeface="Arial"/>
                <a:cs typeface="Arial"/>
                <a:sym typeface="Arial"/>
              </a:rPr>
              <a:t>Size:</a:t>
            </a:r>
            <a:r>
              <a:rPr b="0" i="0" lang="ru" sz="1000" u="none" cap="none" strike="noStrike">
                <a:solidFill>
                  <a:schemeClr val="dk1"/>
                </a:solidFill>
                <a:latin typeface="Arial"/>
                <a:ea typeface="Arial"/>
                <a:cs typeface="Arial"/>
                <a:sym typeface="Arial"/>
              </a:rPr>
              <a:t> 64 bits (8 bytes)</a:t>
            </a:r>
            <a:endParaRPr b="0" i="0" sz="1000" u="none" cap="none" strike="noStrike">
              <a:solidFill>
                <a:srgbClr val="000000"/>
              </a:solidFill>
              <a:latin typeface="Arial"/>
              <a:ea typeface="Arial"/>
              <a:cs typeface="Arial"/>
              <a:sym typeface="Arial"/>
            </a:endParaRPr>
          </a:p>
          <a:p>
            <a:pPr indent="-291960" lvl="1" marL="914400" marR="0" rtl="0" algn="l">
              <a:lnSpc>
                <a:spcPct val="115000"/>
              </a:lnSpc>
              <a:spcBef>
                <a:spcPts val="0"/>
              </a:spcBef>
              <a:spcAft>
                <a:spcPts val="0"/>
              </a:spcAft>
              <a:buClr>
                <a:srgbClr val="000000"/>
              </a:buClr>
              <a:buSzPts val="1000"/>
              <a:buFont typeface="Arial"/>
              <a:buChar char="○"/>
            </a:pPr>
            <a:r>
              <a:rPr b="1" i="0" lang="ru" sz="1000" u="none" cap="none" strike="noStrike">
                <a:solidFill>
                  <a:schemeClr val="dk1"/>
                </a:solidFill>
                <a:latin typeface="Arial"/>
                <a:ea typeface="Arial"/>
                <a:cs typeface="Arial"/>
                <a:sym typeface="Arial"/>
              </a:rPr>
              <a:t>Range:</a:t>
            </a:r>
            <a:r>
              <a:rPr b="0" i="0" lang="ru" sz="1000" u="none" cap="none" strike="noStrike">
                <a:solidFill>
                  <a:schemeClr val="dk1"/>
                </a:solidFill>
                <a:latin typeface="Arial"/>
                <a:ea typeface="Arial"/>
                <a:cs typeface="Arial"/>
                <a:sym typeface="Arial"/>
              </a:rPr>
              <a:t> Approximately -9.22e18 to 9.22e18</a:t>
            </a:r>
            <a:endParaRPr b="0" i="0" sz="1000" u="none" cap="none" strike="noStrike">
              <a:solidFill>
                <a:srgbClr val="000000"/>
              </a:solidFill>
              <a:latin typeface="Arial"/>
              <a:ea typeface="Arial"/>
              <a:cs typeface="Arial"/>
              <a:sym typeface="Arial"/>
            </a:endParaRPr>
          </a:p>
          <a:p>
            <a:pPr indent="-291960" lvl="1" marL="914400" marR="0" rtl="0" algn="l">
              <a:lnSpc>
                <a:spcPct val="115000"/>
              </a:lnSpc>
              <a:spcBef>
                <a:spcPts val="0"/>
              </a:spcBef>
              <a:spcAft>
                <a:spcPts val="0"/>
              </a:spcAft>
              <a:buClr>
                <a:srgbClr val="000000"/>
              </a:buClr>
              <a:buSzPts val="1000"/>
              <a:buFont typeface="Arial"/>
              <a:buChar char="○"/>
            </a:pPr>
            <a:r>
              <a:rPr b="1" i="0" lang="ru" sz="1000" u="none" cap="none" strike="noStrike">
                <a:solidFill>
                  <a:schemeClr val="dk1"/>
                </a:solidFill>
                <a:latin typeface="Arial"/>
                <a:ea typeface="Arial"/>
                <a:cs typeface="Arial"/>
                <a:sym typeface="Arial"/>
              </a:rPr>
              <a:t>Usage:</a:t>
            </a:r>
            <a:r>
              <a:rPr b="0" i="0" lang="ru" sz="1000" u="none" cap="none" strike="noStrike">
                <a:solidFill>
                  <a:schemeClr val="dk1"/>
                </a:solidFill>
                <a:latin typeface="Arial"/>
                <a:ea typeface="Arial"/>
                <a:cs typeface="Arial"/>
                <a:sym typeface="Arial"/>
              </a:rPr>
              <a:t> Use for very large integer values when memory is not a primary concern.</a:t>
            </a:r>
            <a:endParaRPr b="0" i="0" sz="1000" u="none" cap="none" strike="noStrike">
              <a:solidFill>
                <a:srgbClr val="000000"/>
              </a:solidFill>
              <a:latin typeface="Arial"/>
              <a:ea typeface="Arial"/>
              <a:cs typeface="Arial"/>
              <a:sym typeface="Arial"/>
            </a:endParaRPr>
          </a:p>
        </p:txBody>
      </p:sp>
      <p:pic>
        <p:nvPicPr>
          <p:cNvPr id="246" name="Google Shape;246;p12"/>
          <p:cNvPicPr preferRelativeResize="0"/>
          <p:nvPr/>
        </p:nvPicPr>
        <p:blipFill rotWithShape="1">
          <a:blip r:embed="rId3">
            <a:alphaModFix/>
          </a:blip>
          <a:srcRect b="0" l="0" r="0" t="0"/>
          <a:stretch/>
        </p:blipFill>
        <p:spPr>
          <a:xfrm>
            <a:off x="8705880" y="0"/>
            <a:ext cx="437400" cy="38988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14" st="1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15" st="1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16" st="1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13"/>
          <p:cNvSpPr txBox="1"/>
          <p:nvPr>
            <p:ph idx="4294967295" type="title"/>
          </p:nvPr>
        </p:nvSpPr>
        <p:spPr>
          <a:xfrm>
            <a:off x="311760" y="444960"/>
            <a:ext cx="8519760" cy="572040"/>
          </a:xfrm>
          <a:prstGeom prst="rect">
            <a:avLst/>
          </a:prstGeom>
          <a:noFill/>
          <a:ln>
            <a:noFill/>
          </a:ln>
        </p:spPr>
        <p:txBody>
          <a:bodyPr anchorCtr="0" anchor="t" bIns="91425" lIns="0" spcFirstLastPara="1" rIns="0" wrap="square" tIns="91425">
            <a:normAutofit fontScale="93000"/>
          </a:bodyPr>
          <a:lstStyle/>
          <a:p>
            <a:pPr indent="0" lvl="0" marL="0" marR="0" rtl="0" algn="l">
              <a:lnSpc>
                <a:spcPct val="100000"/>
              </a:lnSpc>
              <a:spcBef>
                <a:spcPts val="0"/>
              </a:spcBef>
              <a:spcAft>
                <a:spcPts val="0"/>
              </a:spcAft>
              <a:buClr>
                <a:schemeClr val="dk1"/>
              </a:buClr>
              <a:buSzPct val="100000"/>
              <a:buFont typeface="Arial"/>
              <a:buNone/>
            </a:pPr>
            <a:r>
              <a:rPr b="0" i="0" lang="ru" sz="2800" u="none" cap="none" strike="noStrike">
                <a:solidFill>
                  <a:schemeClr val="dk1"/>
                </a:solidFill>
                <a:latin typeface="Arial"/>
                <a:ea typeface="Arial"/>
                <a:cs typeface="Arial"/>
                <a:sym typeface="Arial"/>
              </a:rPr>
              <a:t>Variable types: Integers</a:t>
            </a:r>
            <a:endParaRPr b="0" i="0" sz="2800" u="none" cap="none" strike="noStrike">
              <a:solidFill>
                <a:srgbClr val="000000"/>
              </a:solidFill>
              <a:latin typeface="Arial"/>
              <a:ea typeface="Arial"/>
              <a:cs typeface="Arial"/>
              <a:sym typeface="Arial"/>
            </a:endParaRPr>
          </a:p>
        </p:txBody>
      </p:sp>
      <p:sp>
        <p:nvSpPr>
          <p:cNvPr id="252" name="Google Shape;252;p13"/>
          <p:cNvSpPr/>
          <p:nvPr/>
        </p:nvSpPr>
        <p:spPr>
          <a:xfrm>
            <a:off x="76320" y="914400"/>
            <a:ext cx="8993880" cy="4174920"/>
          </a:xfrm>
          <a:prstGeom prst="rect">
            <a:avLst/>
          </a:prstGeom>
          <a:noFill/>
          <a:ln>
            <a:noFill/>
          </a:ln>
        </p:spPr>
        <p:txBody>
          <a:bodyPr anchorCtr="0" anchor="t" bIns="91425" lIns="90000" spcFirstLastPara="1" rIns="90000" wrap="square" tIns="91425">
            <a:spAutoFit/>
          </a:bodyPr>
          <a:lstStyle/>
          <a:p>
            <a:pPr indent="0" lvl="0" marL="0" marR="0" rtl="0" algn="l">
              <a:lnSpc>
                <a:spcPct val="115000"/>
              </a:lnSpc>
              <a:spcBef>
                <a:spcPts val="0"/>
              </a:spcBef>
              <a:spcAft>
                <a:spcPts val="0"/>
              </a:spcAft>
              <a:buNone/>
            </a:pPr>
            <a:r>
              <a:rPr b="1" i="0" lang="ru" sz="1300" u="none" cap="none" strike="noStrike">
                <a:solidFill>
                  <a:schemeClr val="dk1"/>
                </a:solidFill>
                <a:latin typeface="Arial"/>
                <a:ea typeface="Arial"/>
                <a:cs typeface="Arial"/>
                <a:sym typeface="Arial"/>
              </a:rPr>
              <a:t>Unsigned Integer Types</a:t>
            </a:r>
            <a:endParaRPr b="0" i="0" sz="1300" u="none" cap="none" strike="noStrike">
              <a:solidFill>
                <a:srgbClr val="000000"/>
              </a:solidFill>
              <a:latin typeface="Arial"/>
              <a:ea typeface="Arial"/>
              <a:cs typeface="Arial"/>
              <a:sym typeface="Arial"/>
            </a:endParaRPr>
          </a:p>
          <a:p>
            <a:pPr indent="0" lvl="0" marL="0" marR="0" rtl="0" algn="l">
              <a:lnSpc>
                <a:spcPct val="115000"/>
              </a:lnSpc>
              <a:spcBef>
                <a:spcPts val="1199"/>
              </a:spcBef>
              <a:spcAft>
                <a:spcPts val="0"/>
              </a:spcAft>
              <a:buNone/>
            </a:pPr>
            <a:r>
              <a:rPr b="0" i="0" lang="ru" sz="1100" u="none" cap="none" strike="noStrike">
                <a:solidFill>
                  <a:schemeClr val="dk1"/>
                </a:solidFill>
                <a:latin typeface="Arial"/>
                <a:ea typeface="Arial"/>
                <a:cs typeface="Arial"/>
                <a:sym typeface="Arial"/>
              </a:rPr>
              <a:t>Unsigned integers can only represent nonnegative values, but they double the positive range compared to their signed counterparts because no bit is reserved for the sign.</a:t>
            </a:r>
            <a:endParaRPr b="0" i="0" sz="1100" u="none" cap="none" strike="noStrike">
              <a:solidFill>
                <a:srgbClr val="000000"/>
              </a:solidFill>
              <a:latin typeface="Arial"/>
              <a:ea typeface="Arial"/>
              <a:cs typeface="Arial"/>
              <a:sym typeface="Arial"/>
            </a:endParaRPr>
          </a:p>
          <a:p>
            <a:pPr indent="-298440" lvl="0" marL="457200" marR="0" rtl="0" algn="l">
              <a:lnSpc>
                <a:spcPct val="115000"/>
              </a:lnSpc>
              <a:spcBef>
                <a:spcPts val="1199"/>
              </a:spcBef>
              <a:spcAft>
                <a:spcPts val="0"/>
              </a:spcAft>
              <a:buClr>
                <a:srgbClr val="000000"/>
              </a:buClr>
              <a:buSzPts val="1100"/>
              <a:buFont typeface="Arial"/>
              <a:buChar char="●"/>
            </a:pPr>
            <a:r>
              <a:rPr b="1" i="0" lang="ru" sz="1100" u="none" cap="none" strike="noStrike">
                <a:solidFill>
                  <a:schemeClr val="dk1"/>
                </a:solidFill>
                <a:latin typeface="Arial"/>
                <a:ea typeface="Arial"/>
                <a:cs typeface="Arial"/>
                <a:sym typeface="Arial"/>
              </a:rPr>
              <a:t>uint8:</a:t>
            </a:r>
            <a:endParaRPr b="0" i="0" sz="1100" u="none" cap="none" strike="noStrike">
              <a:solidFill>
                <a:srgbClr val="000000"/>
              </a:solidFill>
              <a:latin typeface="Arial"/>
              <a:ea typeface="Arial"/>
              <a:cs typeface="Arial"/>
              <a:sym typeface="Arial"/>
            </a:endParaRPr>
          </a:p>
          <a:p>
            <a:pPr indent="-298440" lvl="1" marL="914400" marR="0" rtl="0" algn="l">
              <a:lnSpc>
                <a:spcPct val="115000"/>
              </a:lnSpc>
              <a:spcBef>
                <a:spcPts val="0"/>
              </a:spcBef>
              <a:spcAft>
                <a:spcPts val="0"/>
              </a:spcAft>
              <a:buClr>
                <a:srgbClr val="000000"/>
              </a:buClr>
              <a:buSzPts val="1100"/>
              <a:buFont typeface="Arial"/>
              <a:buChar char="○"/>
            </a:pPr>
            <a:r>
              <a:rPr b="1" i="0" lang="ru" sz="1100" u="none" cap="none" strike="noStrike">
                <a:solidFill>
                  <a:schemeClr val="dk1"/>
                </a:solidFill>
                <a:latin typeface="Arial"/>
                <a:ea typeface="Arial"/>
                <a:cs typeface="Arial"/>
                <a:sym typeface="Arial"/>
              </a:rPr>
              <a:t>Size:</a:t>
            </a:r>
            <a:r>
              <a:rPr b="0" i="0" lang="ru" sz="1100" u="none" cap="none" strike="noStrike">
                <a:solidFill>
                  <a:schemeClr val="dk1"/>
                </a:solidFill>
                <a:latin typeface="Arial"/>
                <a:ea typeface="Arial"/>
                <a:cs typeface="Arial"/>
                <a:sym typeface="Arial"/>
              </a:rPr>
              <a:t> 8 bits</a:t>
            </a:r>
            <a:endParaRPr b="0" i="0" sz="1100" u="none" cap="none" strike="noStrike">
              <a:solidFill>
                <a:srgbClr val="000000"/>
              </a:solidFill>
              <a:latin typeface="Arial"/>
              <a:ea typeface="Arial"/>
              <a:cs typeface="Arial"/>
              <a:sym typeface="Arial"/>
            </a:endParaRPr>
          </a:p>
          <a:p>
            <a:pPr indent="-298440" lvl="1" marL="914400" marR="0" rtl="0" algn="l">
              <a:lnSpc>
                <a:spcPct val="115000"/>
              </a:lnSpc>
              <a:spcBef>
                <a:spcPts val="0"/>
              </a:spcBef>
              <a:spcAft>
                <a:spcPts val="0"/>
              </a:spcAft>
              <a:buClr>
                <a:srgbClr val="000000"/>
              </a:buClr>
              <a:buSzPts val="1100"/>
              <a:buFont typeface="Arial"/>
              <a:buChar char="○"/>
            </a:pPr>
            <a:r>
              <a:rPr b="1" i="0" lang="ru" sz="1100" u="none" cap="none" strike="noStrike">
                <a:solidFill>
                  <a:schemeClr val="dk1"/>
                </a:solidFill>
                <a:latin typeface="Arial"/>
                <a:ea typeface="Arial"/>
                <a:cs typeface="Arial"/>
                <a:sym typeface="Arial"/>
              </a:rPr>
              <a:t>Range:</a:t>
            </a:r>
            <a:r>
              <a:rPr b="0" i="0" lang="ru" sz="1100" u="none" cap="none" strike="noStrike">
                <a:solidFill>
                  <a:schemeClr val="dk1"/>
                </a:solidFill>
                <a:latin typeface="Arial"/>
                <a:ea typeface="Arial"/>
                <a:cs typeface="Arial"/>
                <a:sym typeface="Arial"/>
              </a:rPr>
              <a:t> 0 to 255</a:t>
            </a:r>
            <a:endParaRPr b="0" i="0" sz="1100" u="none" cap="none" strike="noStrike">
              <a:solidFill>
                <a:srgbClr val="000000"/>
              </a:solidFill>
              <a:latin typeface="Arial"/>
              <a:ea typeface="Arial"/>
              <a:cs typeface="Arial"/>
              <a:sym typeface="Arial"/>
            </a:endParaRPr>
          </a:p>
          <a:p>
            <a:pPr indent="-298440" lvl="1" marL="914400" marR="0" rtl="0" algn="l">
              <a:lnSpc>
                <a:spcPct val="115000"/>
              </a:lnSpc>
              <a:spcBef>
                <a:spcPts val="0"/>
              </a:spcBef>
              <a:spcAft>
                <a:spcPts val="0"/>
              </a:spcAft>
              <a:buClr>
                <a:srgbClr val="000000"/>
              </a:buClr>
              <a:buSzPts val="1100"/>
              <a:buFont typeface="Arial"/>
              <a:buChar char="○"/>
            </a:pPr>
            <a:r>
              <a:rPr b="1" i="0" lang="ru" sz="1100" u="none" cap="none" strike="noStrike">
                <a:solidFill>
                  <a:schemeClr val="dk1"/>
                </a:solidFill>
                <a:latin typeface="Arial"/>
                <a:ea typeface="Arial"/>
                <a:cs typeface="Arial"/>
                <a:sym typeface="Arial"/>
              </a:rPr>
              <a:t>Usage:</a:t>
            </a:r>
            <a:r>
              <a:rPr b="0" i="0" lang="ru" sz="1100" u="none" cap="none" strike="noStrike">
                <a:solidFill>
                  <a:schemeClr val="dk1"/>
                </a:solidFill>
                <a:latin typeface="Arial"/>
                <a:ea typeface="Arial"/>
                <a:cs typeface="Arial"/>
                <a:sym typeface="Arial"/>
              </a:rPr>
              <a:t> Useful for storing small nonnegative integers, such as pixel values in images.</a:t>
            </a:r>
            <a:endParaRPr b="0" i="0" sz="1100" u="none" cap="none" strike="noStrike">
              <a:solidFill>
                <a:srgbClr val="000000"/>
              </a:solidFill>
              <a:latin typeface="Arial"/>
              <a:ea typeface="Arial"/>
              <a:cs typeface="Arial"/>
              <a:sym typeface="Arial"/>
            </a:endParaRPr>
          </a:p>
          <a:p>
            <a:pPr indent="-298440" lvl="0" marL="457200" marR="0" rtl="0" algn="l">
              <a:lnSpc>
                <a:spcPct val="115000"/>
              </a:lnSpc>
              <a:spcBef>
                <a:spcPts val="0"/>
              </a:spcBef>
              <a:spcAft>
                <a:spcPts val="0"/>
              </a:spcAft>
              <a:buClr>
                <a:srgbClr val="000000"/>
              </a:buClr>
              <a:buSzPts val="1100"/>
              <a:buFont typeface="Arial"/>
              <a:buChar char="●"/>
            </a:pPr>
            <a:r>
              <a:rPr b="1" i="0" lang="ru" sz="1100" u="none" cap="none" strike="noStrike">
                <a:solidFill>
                  <a:schemeClr val="dk1"/>
                </a:solidFill>
                <a:latin typeface="Arial"/>
                <a:ea typeface="Arial"/>
                <a:cs typeface="Arial"/>
                <a:sym typeface="Arial"/>
              </a:rPr>
              <a:t>uint16:</a:t>
            </a:r>
            <a:endParaRPr b="0" i="0" sz="1100" u="none" cap="none" strike="noStrike">
              <a:solidFill>
                <a:srgbClr val="000000"/>
              </a:solidFill>
              <a:latin typeface="Arial"/>
              <a:ea typeface="Arial"/>
              <a:cs typeface="Arial"/>
              <a:sym typeface="Arial"/>
            </a:endParaRPr>
          </a:p>
          <a:p>
            <a:pPr indent="-298440" lvl="1" marL="914400" marR="0" rtl="0" algn="l">
              <a:lnSpc>
                <a:spcPct val="115000"/>
              </a:lnSpc>
              <a:spcBef>
                <a:spcPts val="0"/>
              </a:spcBef>
              <a:spcAft>
                <a:spcPts val="0"/>
              </a:spcAft>
              <a:buClr>
                <a:srgbClr val="000000"/>
              </a:buClr>
              <a:buSzPts val="1100"/>
              <a:buFont typeface="Arial"/>
              <a:buChar char="○"/>
            </a:pPr>
            <a:r>
              <a:rPr b="1" i="0" lang="ru" sz="1100" u="none" cap="none" strike="noStrike">
                <a:solidFill>
                  <a:schemeClr val="dk1"/>
                </a:solidFill>
                <a:latin typeface="Arial"/>
                <a:ea typeface="Arial"/>
                <a:cs typeface="Arial"/>
                <a:sym typeface="Arial"/>
              </a:rPr>
              <a:t>Size:</a:t>
            </a:r>
            <a:r>
              <a:rPr b="0" i="0" lang="ru" sz="1100" u="none" cap="none" strike="noStrike">
                <a:solidFill>
                  <a:schemeClr val="dk1"/>
                </a:solidFill>
                <a:latin typeface="Arial"/>
                <a:ea typeface="Arial"/>
                <a:cs typeface="Arial"/>
                <a:sym typeface="Arial"/>
              </a:rPr>
              <a:t> 16 bits</a:t>
            </a:r>
            <a:endParaRPr b="0" i="0" sz="1100" u="none" cap="none" strike="noStrike">
              <a:solidFill>
                <a:srgbClr val="000000"/>
              </a:solidFill>
              <a:latin typeface="Arial"/>
              <a:ea typeface="Arial"/>
              <a:cs typeface="Arial"/>
              <a:sym typeface="Arial"/>
            </a:endParaRPr>
          </a:p>
          <a:p>
            <a:pPr indent="-298440" lvl="1" marL="914400" marR="0" rtl="0" algn="l">
              <a:lnSpc>
                <a:spcPct val="115000"/>
              </a:lnSpc>
              <a:spcBef>
                <a:spcPts val="0"/>
              </a:spcBef>
              <a:spcAft>
                <a:spcPts val="0"/>
              </a:spcAft>
              <a:buClr>
                <a:srgbClr val="000000"/>
              </a:buClr>
              <a:buSzPts val="1100"/>
              <a:buFont typeface="Arial"/>
              <a:buChar char="○"/>
            </a:pPr>
            <a:r>
              <a:rPr b="1" i="0" lang="ru" sz="1100" u="none" cap="none" strike="noStrike">
                <a:solidFill>
                  <a:schemeClr val="dk1"/>
                </a:solidFill>
                <a:latin typeface="Arial"/>
                <a:ea typeface="Arial"/>
                <a:cs typeface="Arial"/>
                <a:sym typeface="Arial"/>
              </a:rPr>
              <a:t>Range:</a:t>
            </a:r>
            <a:r>
              <a:rPr b="0" i="0" lang="ru" sz="1100" u="none" cap="none" strike="noStrike">
                <a:solidFill>
                  <a:schemeClr val="dk1"/>
                </a:solidFill>
                <a:latin typeface="Arial"/>
                <a:ea typeface="Arial"/>
                <a:cs typeface="Arial"/>
                <a:sym typeface="Arial"/>
              </a:rPr>
              <a:t> 0 to 65,535</a:t>
            </a:r>
            <a:endParaRPr b="0" i="0" sz="1100" u="none" cap="none" strike="noStrike">
              <a:solidFill>
                <a:srgbClr val="000000"/>
              </a:solidFill>
              <a:latin typeface="Arial"/>
              <a:ea typeface="Arial"/>
              <a:cs typeface="Arial"/>
              <a:sym typeface="Arial"/>
            </a:endParaRPr>
          </a:p>
          <a:p>
            <a:pPr indent="-298440" lvl="1" marL="914400" marR="0" rtl="0" algn="l">
              <a:lnSpc>
                <a:spcPct val="115000"/>
              </a:lnSpc>
              <a:spcBef>
                <a:spcPts val="0"/>
              </a:spcBef>
              <a:spcAft>
                <a:spcPts val="0"/>
              </a:spcAft>
              <a:buClr>
                <a:srgbClr val="000000"/>
              </a:buClr>
              <a:buSzPts val="1100"/>
              <a:buFont typeface="Arial"/>
              <a:buChar char="○"/>
            </a:pPr>
            <a:r>
              <a:rPr b="1" i="0" lang="ru" sz="1100" u="none" cap="none" strike="noStrike">
                <a:solidFill>
                  <a:schemeClr val="dk1"/>
                </a:solidFill>
                <a:latin typeface="Arial"/>
                <a:ea typeface="Arial"/>
                <a:cs typeface="Arial"/>
                <a:sym typeface="Arial"/>
              </a:rPr>
              <a:t>Usage:</a:t>
            </a:r>
            <a:r>
              <a:rPr b="0" i="0" lang="ru" sz="1100" u="none" cap="none" strike="noStrike">
                <a:solidFill>
                  <a:schemeClr val="dk1"/>
                </a:solidFill>
                <a:latin typeface="Arial"/>
                <a:ea typeface="Arial"/>
                <a:cs typeface="Arial"/>
                <a:sym typeface="Arial"/>
              </a:rPr>
              <a:t> Often used in applications where negative values aren’t needed and a larger range is desired.</a:t>
            </a:r>
            <a:endParaRPr b="0" i="0" sz="1100" u="none" cap="none" strike="noStrike">
              <a:solidFill>
                <a:srgbClr val="000000"/>
              </a:solidFill>
              <a:latin typeface="Arial"/>
              <a:ea typeface="Arial"/>
              <a:cs typeface="Arial"/>
              <a:sym typeface="Arial"/>
            </a:endParaRPr>
          </a:p>
          <a:p>
            <a:pPr indent="-298440" lvl="0" marL="457200" marR="0" rtl="0" algn="l">
              <a:lnSpc>
                <a:spcPct val="115000"/>
              </a:lnSpc>
              <a:spcBef>
                <a:spcPts val="0"/>
              </a:spcBef>
              <a:spcAft>
                <a:spcPts val="0"/>
              </a:spcAft>
              <a:buClr>
                <a:srgbClr val="000000"/>
              </a:buClr>
              <a:buSzPts val="1100"/>
              <a:buFont typeface="Arial"/>
              <a:buChar char="●"/>
            </a:pPr>
            <a:r>
              <a:rPr b="1" i="0" lang="ru" sz="1100" u="none" cap="none" strike="noStrike">
                <a:solidFill>
                  <a:schemeClr val="dk1"/>
                </a:solidFill>
                <a:latin typeface="Arial"/>
                <a:ea typeface="Arial"/>
                <a:cs typeface="Arial"/>
                <a:sym typeface="Arial"/>
              </a:rPr>
              <a:t>uint32:</a:t>
            </a:r>
            <a:endParaRPr b="0" i="0" sz="1100" u="none" cap="none" strike="noStrike">
              <a:solidFill>
                <a:srgbClr val="000000"/>
              </a:solidFill>
              <a:latin typeface="Arial"/>
              <a:ea typeface="Arial"/>
              <a:cs typeface="Arial"/>
              <a:sym typeface="Arial"/>
            </a:endParaRPr>
          </a:p>
          <a:p>
            <a:pPr indent="-298440" lvl="1" marL="914400" marR="0" rtl="0" algn="l">
              <a:lnSpc>
                <a:spcPct val="115000"/>
              </a:lnSpc>
              <a:spcBef>
                <a:spcPts val="0"/>
              </a:spcBef>
              <a:spcAft>
                <a:spcPts val="0"/>
              </a:spcAft>
              <a:buClr>
                <a:srgbClr val="000000"/>
              </a:buClr>
              <a:buSzPts val="1100"/>
              <a:buFont typeface="Arial"/>
              <a:buChar char="○"/>
            </a:pPr>
            <a:r>
              <a:rPr b="1" i="0" lang="ru" sz="1100" u="none" cap="none" strike="noStrike">
                <a:solidFill>
                  <a:schemeClr val="dk1"/>
                </a:solidFill>
                <a:latin typeface="Arial"/>
                <a:ea typeface="Arial"/>
                <a:cs typeface="Arial"/>
                <a:sym typeface="Arial"/>
              </a:rPr>
              <a:t>Size:</a:t>
            </a:r>
            <a:r>
              <a:rPr b="0" i="0" lang="ru" sz="1100" u="none" cap="none" strike="noStrike">
                <a:solidFill>
                  <a:schemeClr val="dk1"/>
                </a:solidFill>
                <a:latin typeface="Arial"/>
                <a:ea typeface="Arial"/>
                <a:cs typeface="Arial"/>
                <a:sym typeface="Arial"/>
              </a:rPr>
              <a:t> 32 bits</a:t>
            </a:r>
            <a:endParaRPr b="0" i="0" sz="1100" u="none" cap="none" strike="noStrike">
              <a:solidFill>
                <a:srgbClr val="000000"/>
              </a:solidFill>
              <a:latin typeface="Arial"/>
              <a:ea typeface="Arial"/>
              <a:cs typeface="Arial"/>
              <a:sym typeface="Arial"/>
            </a:endParaRPr>
          </a:p>
          <a:p>
            <a:pPr indent="-298440" lvl="1" marL="914400" marR="0" rtl="0" algn="l">
              <a:lnSpc>
                <a:spcPct val="115000"/>
              </a:lnSpc>
              <a:spcBef>
                <a:spcPts val="0"/>
              </a:spcBef>
              <a:spcAft>
                <a:spcPts val="0"/>
              </a:spcAft>
              <a:buClr>
                <a:srgbClr val="000000"/>
              </a:buClr>
              <a:buSzPts val="1100"/>
              <a:buFont typeface="Arial"/>
              <a:buChar char="○"/>
            </a:pPr>
            <a:r>
              <a:rPr b="1" i="0" lang="ru" sz="1100" u="none" cap="none" strike="noStrike">
                <a:solidFill>
                  <a:schemeClr val="dk1"/>
                </a:solidFill>
                <a:latin typeface="Arial"/>
                <a:ea typeface="Arial"/>
                <a:cs typeface="Arial"/>
                <a:sym typeface="Arial"/>
              </a:rPr>
              <a:t>Range:</a:t>
            </a:r>
            <a:r>
              <a:rPr b="0" i="0" lang="ru" sz="1100" u="none" cap="none" strike="noStrike">
                <a:solidFill>
                  <a:schemeClr val="dk1"/>
                </a:solidFill>
                <a:latin typeface="Arial"/>
                <a:ea typeface="Arial"/>
                <a:cs typeface="Arial"/>
                <a:sym typeface="Arial"/>
              </a:rPr>
              <a:t> 0 to 4,294,967,295</a:t>
            </a:r>
            <a:endParaRPr b="0" i="0" sz="1100" u="none" cap="none" strike="noStrike">
              <a:solidFill>
                <a:srgbClr val="000000"/>
              </a:solidFill>
              <a:latin typeface="Arial"/>
              <a:ea typeface="Arial"/>
              <a:cs typeface="Arial"/>
              <a:sym typeface="Arial"/>
            </a:endParaRPr>
          </a:p>
          <a:p>
            <a:pPr indent="-298440" lvl="1" marL="914400" marR="0" rtl="0" algn="l">
              <a:lnSpc>
                <a:spcPct val="115000"/>
              </a:lnSpc>
              <a:spcBef>
                <a:spcPts val="0"/>
              </a:spcBef>
              <a:spcAft>
                <a:spcPts val="0"/>
              </a:spcAft>
              <a:buClr>
                <a:srgbClr val="000000"/>
              </a:buClr>
              <a:buSzPts val="1100"/>
              <a:buFont typeface="Arial"/>
              <a:buChar char="○"/>
            </a:pPr>
            <a:r>
              <a:rPr b="1" i="0" lang="ru" sz="1100" u="none" cap="none" strike="noStrike">
                <a:solidFill>
                  <a:schemeClr val="dk1"/>
                </a:solidFill>
                <a:latin typeface="Arial"/>
                <a:ea typeface="Arial"/>
                <a:cs typeface="Arial"/>
                <a:sym typeface="Arial"/>
              </a:rPr>
              <a:t>Usage:</a:t>
            </a:r>
            <a:r>
              <a:rPr b="0" i="0" lang="ru" sz="1100" u="none" cap="none" strike="noStrike">
                <a:solidFill>
                  <a:schemeClr val="dk1"/>
                </a:solidFill>
                <a:latin typeface="Arial"/>
                <a:ea typeface="Arial"/>
                <a:cs typeface="Arial"/>
                <a:sym typeface="Arial"/>
              </a:rPr>
              <a:t> Commonly used for large counting numbers or indices when only nonnegative values are needed.</a:t>
            </a:r>
            <a:endParaRPr b="0" i="0" sz="1100" u="none" cap="none" strike="noStrike">
              <a:solidFill>
                <a:srgbClr val="000000"/>
              </a:solidFill>
              <a:latin typeface="Arial"/>
              <a:ea typeface="Arial"/>
              <a:cs typeface="Arial"/>
              <a:sym typeface="Arial"/>
            </a:endParaRPr>
          </a:p>
          <a:p>
            <a:pPr indent="-298440" lvl="0" marL="457200" marR="0" rtl="0" algn="l">
              <a:lnSpc>
                <a:spcPct val="115000"/>
              </a:lnSpc>
              <a:spcBef>
                <a:spcPts val="0"/>
              </a:spcBef>
              <a:spcAft>
                <a:spcPts val="0"/>
              </a:spcAft>
              <a:buClr>
                <a:srgbClr val="000000"/>
              </a:buClr>
              <a:buSzPts val="1100"/>
              <a:buFont typeface="Arial"/>
              <a:buChar char="●"/>
            </a:pPr>
            <a:r>
              <a:rPr b="1" i="0" lang="ru" sz="1100" u="none" cap="none" strike="noStrike">
                <a:solidFill>
                  <a:schemeClr val="dk1"/>
                </a:solidFill>
                <a:latin typeface="Arial"/>
                <a:ea typeface="Arial"/>
                <a:cs typeface="Arial"/>
                <a:sym typeface="Arial"/>
              </a:rPr>
              <a:t>uint64:</a:t>
            </a:r>
            <a:endParaRPr b="0" i="0" sz="1100" u="none" cap="none" strike="noStrike">
              <a:solidFill>
                <a:srgbClr val="000000"/>
              </a:solidFill>
              <a:latin typeface="Arial"/>
              <a:ea typeface="Arial"/>
              <a:cs typeface="Arial"/>
              <a:sym typeface="Arial"/>
            </a:endParaRPr>
          </a:p>
          <a:p>
            <a:pPr indent="-298440" lvl="1" marL="914400" marR="0" rtl="0" algn="l">
              <a:lnSpc>
                <a:spcPct val="115000"/>
              </a:lnSpc>
              <a:spcBef>
                <a:spcPts val="0"/>
              </a:spcBef>
              <a:spcAft>
                <a:spcPts val="0"/>
              </a:spcAft>
              <a:buClr>
                <a:srgbClr val="000000"/>
              </a:buClr>
              <a:buSzPts val="1100"/>
              <a:buFont typeface="Arial"/>
              <a:buChar char="○"/>
            </a:pPr>
            <a:r>
              <a:rPr b="1" i="0" lang="ru" sz="1100" u="none" cap="none" strike="noStrike">
                <a:solidFill>
                  <a:schemeClr val="dk1"/>
                </a:solidFill>
                <a:latin typeface="Arial"/>
                <a:ea typeface="Arial"/>
                <a:cs typeface="Arial"/>
                <a:sym typeface="Arial"/>
              </a:rPr>
              <a:t>Size:</a:t>
            </a:r>
            <a:r>
              <a:rPr b="0" i="0" lang="ru" sz="1100" u="none" cap="none" strike="noStrike">
                <a:solidFill>
                  <a:schemeClr val="dk1"/>
                </a:solidFill>
                <a:latin typeface="Arial"/>
                <a:ea typeface="Arial"/>
                <a:cs typeface="Arial"/>
                <a:sym typeface="Arial"/>
              </a:rPr>
              <a:t> 64 bits</a:t>
            </a:r>
            <a:endParaRPr b="0" i="0" sz="1100" u="none" cap="none" strike="noStrike">
              <a:solidFill>
                <a:srgbClr val="000000"/>
              </a:solidFill>
              <a:latin typeface="Arial"/>
              <a:ea typeface="Arial"/>
              <a:cs typeface="Arial"/>
              <a:sym typeface="Arial"/>
            </a:endParaRPr>
          </a:p>
          <a:p>
            <a:pPr indent="-298440" lvl="1" marL="914400" marR="0" rtl="0" algn="l">
              <a:lnSpc>
                <a:spcPct val="115000"/>
              </a:lnSpc>
              <a:spcBef>
                <a:spcPts val="0"/>
              </a:spcBef>
              <a:spcAft>
                <a:spcPts val="0"/>
              </a:spcAft>
              <a:buClr>
                <a:srgbClr val="000000"/>
              </a:buClr>
              <a:buSzPts val="1100"/>
              <a:buFont typeface="Arial"/>
              <a:buChar char="○"/>
            </a:pPr>
            <a:r>
              <a:rPr b="1" i="0" lang="ru" sz="1100" u="none" cap="none" strike="noStrike">
                <a:solidFill>
                  <a:schemeClr val="dk1"/>
                </a:solidFill>
                <a:latin typeface="Arial"/>
                <a:ea typeface="Arial"/>
                <a:cs typeface="Arial"/>
                <a:sym typeface="Arial"/>
              </a:rPr>
              <a:t>Range:</a:t>
            </a:r>
            <a:r>
              <a:rPr b="0" i="0" lang="ru" sz="1100" u="none" cap="none" strike="noStrike">
                <a:solidFill>
                  <a:schemeClr val="dk1"/>
                </a:solidFill>
                <a:latin typeface="Arial"/>
                <a:ea typeface="Arial"/>
                <a:cs typeface="Arial"/>
                <a:sym typeface="Arial"/>
              </a:rPr>
              <a:t> 0 to 18,446,744,073,709,551,615</a:t>
            </a:r>
            <a:endParaRPr b="0" i="0" sz="1100" u="none" cap="none" strike="noStrike">
              <a:solidFill>
                <a:srgbClr val="000000"/>
              </a:solidFill>
              <a:latin typeface="Arial"/>
              <a:ea typeface="Arial"/>
              <a:cs typeface="Arial"/>
              <a:sym typeface="Arial"/>
            </a:endParaRPr>
          </a:p>
          <a:p>
            <a:pPr indent="-298440" lvl="1" marL="914400" marR="0" rtl="0" algn="l">
              <a:lnSpc>
                <a:spcPct val="115000"/>
              </a:lnSpc>
              <a:spcBef>
                <a:spcPts val="0"/>
              </a:spcBef>
              <a:spcAft>
                <a:spcPts val="0"/>
              </a:spcAft>
              <a:buClr>
                <a:srgbClr val="000000"/>
              </a:buClr>
              <a:buSzPts val="1100"/>
              <a:buFont typeface="Arial"/>
              <a:buChar char="○"/>
            </a:pPr>
            <a:r>
              <a:rPr b="1" i="0" lang="ru" sz="1100" u="none" cap="none" strike="noStrike">
                <a:solidFill>
                  <a:schemeClr val="dk1"/>
                </a:solidFill>
                <a:latin typeface="Arial"/>
                <a:ea typeface="Arial"/>
                <a:cs typeface="Arial"/>
                <a:sym typeface="Arial"/>
              </a:rPr>
              <a:t>Usage:</a:t>
            </a:r>
            <a:r>
              <a:rPr b="0" i="0" lang="ru" sz="1100" u="none" cap="none" strike="noStrike">
                <a:solidFill>
                  <a:schemeClr val="dk1"/>
                </a:solidFill>
                <a:latin typeface="Arial"/>
                <a:ea typeface="Arial"/>
                <a:cs typeface="Arial"/>
                <a:sym typeface="Arial"/>
              </a:rPr>
              <a:t> Use when you need to store very large nonnegative numbers.</a:t>
            </a:r>
            <a:endParaRPr b="0" i="0" sz="1100" u="none" cap="none" strike="noStrike">
              <a:solidFill>
                <a:srgbClr val="000000"/>
              </a:solidFill>
              <a:latin typeface="Arial"/>
              <a:ea typeface="Arial"/>
              <a:cs typeface="Arial"/>
              <a:sym typeface="Arial"/>
            </a:endParaRPr>
          </a:p>
        </p:txBody>
      </p:sp>
      <p:pic>
        <p:nvPicPr>
          <p:cNvPr id="253" name="Google Shape;253;p13"/>
          <p:cNvPicPr preferRelativeResize="0"/>
          <p:nvPr/>
        </p:nvPicPr>
        <p:blipFill rotWithShape="1">
          <a:blip r:embed="rId3">
            <a:alphaModFix/>
          </a:blip>
          <a:srcRect b="0" l="0" r="0" t="0"/>
          <a:stretch/>
        </p:blipFill>
        <p:spPr>
          <a:xfrm>
            <a:off x="8705880" y="0"/>
            <a:ext cx="437400" cy="38988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2">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2">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2">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2">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2">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2">
                                            <p:txEl>
                                              <p:pRg end="14" st="1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2">
                                            <p:txEl>
                                              <p:pRg end="15" st="1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2">
                                            <p:txEl>
                                              <p:pRg end="16" st="1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2">
                                            <p:txEl>
                                              <p:pRg end="17" st="1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14"/>
          <p:cNvSpPr txBox="1"/>
          <p:nvPr>
            <p:ph idx="4294967295" type="title"/>
          </p:nvPr>
        </p:nvSpPr>
        <p:spPr>
          <a:xfrm>
            <a:off x="311760" y="444960"/>
            <a:ext cx="8519760" cy="572040"/>
          </a:xfrm>
          <a:prstGeom prst="rect">
            <a:avLst/>
          </a:prstGeom>
          <a:noFill/>
          <a:ln>
            <a:noFill/>
          </a:ln>
        </p:spPr>
        <p:txBody>
          <a:bodyPr anchorCtr="0" anchor="t" bIns="91425" lIns="0" spcFirstLastPara="1" rIns="0" wrap="square" tIns="91425">
            <a:normAutofit fontScale="93000"/>
          </a:bodyPr>
          <a:lstStyle/>
          <a:p>
            <a:pPr indent="0" lvl="0" marL="0" marR="0" rtl="0" algn="l">
              <a:lnSpc>
                <a:spcPct val="100000"/>
              </a:lnSpc>
              <a:spcBef>
                <a:spcPts val="0"/>
              </a:spcBef>
              <a:spcAft>
                <a:spcPts val="0"/>
              </a:spcAft>
              <a:buClr>
                <a:schemeClr val="dk1"/>
              </a:buClr>
              <a:buSzPct val="100000"/>
              <a:buFont typeface="Arial"/>
              <a:buNone/>
            </a:pPr>
            <a:r>
              <a:rPr b="0" i="0" lang="ru" sz="2800" u="none" cap="none" strike="noStrike">
                <a:solidFill>
                  <a:schemeClr val="dk1"/>
                </a:solidFill>
                <a:latin typeface="Arial"/>
                <a:ea typeface="Arial"/>
                <a:cs typeface="Arial"/>
                <a:sym typeface="Arial"/>
              </a:rPr>
              <a:t>Variable types: logical</a:t>
            </a:r>
            <a:endParaRPr b="0" i="0" sz="2800" u="none" cap="none" strike="noStrike">
              <a:solidFill>
                <a:srgbClr val="000000"/>
              </a:solidFill>
              <a:latin typeface="Arial"/>
              <a:ea typeface="Arial"/>
              <a:cs typeface="Arial"/>
              <a:sym typeface="Arial"/>
            </a:endParaRPr>
          </a:p>
        </p:txBody>
      </p:sp>
      <p:sp>
        <p:nvSpPr>
          <p:cNvPr id="259" name="Google Shape;259;p14"/>
          <p:cNvSpPr/>
          <p:nvPr/>
        </p:nvSpPr>
        <p:spPr>
          <a:xfrm>
            <a:off x="175320" y="1279800"/>
            <a:ext cx="8593560" cy="517320"/>
          </a:xfrm>
          <a:prstGeom prst="rect">
            <a:avLst/>
          </a:prstGeom>
          <a:noFill/>
          <a:ln>
            <a:noFill/>
          </a:ln>
        </p:spPr>
        <p:txBody>
          <a:bodyPr anchorCtr="0" anchor="t" bIns="91425" lIns="90000" spcFirstLastPara="1" rIns="90000" wrap="square" tIns="91425">
            <a:spAutoFit/>
          </a:bodyPr>
          <a:lstStyle/>
          <a:p>
            <a:pPr indent="0" lvl="0" marL="0" marR="0" rtl="0" algn="l">
              <a:lnSpc>
                <a:spcPct val="100000"/>
              </a:lnSpc>
              <a:spcBef>
                <a:spcPts val="0"/>
              </a:spcBef>
              <a:spcAft>
                <a:spcPts val="0"/>
              </a:spcAft>
              <a:buNone/>
            </a:pPr>
            <a:r>
              <a:rPr b="1" i="0" lang="ru" sz="1100" u="none" cap="none" strike="noStrike">
                <a:solidFill>
                  <a:schemeClr val="dk1"/>
                </a:solidFill>
                <a:latin typeface="Arial"/>
                <a:ea typeface="Arial"/>
                <a:cs typeface="Arial"/>
                <a:sym typeface="Arial"/>
              </a:rPr>
              <a:t>Logical:</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ru" sz="1100" u="none" cap="none" strike="noStrike">
                <a:solidFill>
                  <a:schemeClr val="dk1"/>
                </a:solidFill>
                <a:latin typeface="Arial"/>
                <a:ea typeface="Arial"/>
                <a:cs typeface="Arial"/>
                <a:sym typeface="Arial"/>
              </a:rPr>
              <a:t>Represents boolean values (</a:t>
            </a:r>
            <a:r>
              <a:rPr b="0" i="0" lang="ru" sz="1100" u="none" cap="none" strike="noStrike">
                <a:solidFill>
                  <a:srgbClr val="188038"/>
                </a:solidFill>
                <a:latin typeface="Roboto Mono"/>
                <a:ea typeface="Roboto Mono"/>
                <a:cs typeface="Roboto Mono"/>
                <a:sym typeface="Roboto Mono"/>
              </a:rPr>
              <a:t>true</a:t>
            </a:r>
            <a:r>
              <a:rPr b="0" i="0" lang="ru" sz="1100" u="none" cap="none" strike="noStrike">
                <a:solidFill>
                  <a:schemeClr val="dk1"/>
                </a:solidFill>
                <a:latin typeface="Arial"/>
                <a:ea typeface="Arial"/>
                <a:cs typeface="Arial"/>
                <a:sym typeface="Arial"/>
              </a:rPr>
              <a:t> or </a:t>
            </a:r>
            <a:r>
              <a:rPr b="0" i="0" lang="ru" sz="1100" u="none" cap="none" strike="noStrike">
                <a:solidFill>
                  <a:srgbClr val="188038"/>
                </a:solidFill>
                <a:latin typeface="Roboto Mono"/>
                <a:ea typeface="Roboto Mono"/>
                <a:cs typeface="Roboto Mono"/>
                <a:sym typeface="Roboto Mono"/>
              </a:rPr>
              <a:t>false</a:t>
            </a:r>
            <a:r>
              <a:rPr b="0" i="0" lang="ru" sz="1100" u="none" cap="none" strike="noStrike">
                <a:solidFill>
                  <a:schemeClr val="dk1"/>
                </a:solidFill>
                <a:latin typeface="Arial"/>
                <a:ea typeface="Arial"/>
                <a:cs typeface="Arial"/>
                <a:sym typeface="Arial"/>
              </a:rPr>
              <a:t>). Useful in conditionals and for indexing.</a:t>
            </a:r>
            <a:endParaRPr b="0" i="0" sz="1100" u="none" cap="none" strike="noStrike">
              <a:solidFill>
                <a:srgbClr val="000000"/>
              </a:solidFill>
              <a:latin typeface="Arial"/>
              <a:ea typeface="Arial"/>
              <a:cs typeface="Arial"/>
              <a:sym typeface="Arial"/>
            </a:endParaRPr>
          </a:p>
        </p:txBody>
      </p:sp>
      <p:pic>
        <p:nvPicPr>
          <p:cNvPr id="260" name="Google Shape;260;p14"/>
          <p:cNvPicPr preferRelativeResize="0"/>
          <p:nvPr/>
        </p:nvPicPr>
        <p:blipFill rotWithShape="1">
          <a:blip r:embed="rId3">
            <a:alphaModFix/>
          </a:blip>
          <a:srcRect b="0" l="0" r="0" t="0"/>
          <a:stretch/>
        </p:blipFill>
        <p:spPr>
          <a:xfrm>
            <a:off x="152280" y="1955520"/>
            <a:ext cx="2256840" cy="523080"/>
          </a:xfrm>
          <a:prstGeom prst="rect">
            <a:avLst/>
          </a:prstGeom>
          <a:noFill/>
          <a:ln>
            <a:noFill/>
          </a:ln>
        </p:spPr>
      </p:pic>
      <p:pic>
        <p:nvPicPr>
          <p:cNvPr id="261" name="Google Shape;261;p14"/>
          <p:cNvPicPr preferRelativeResize="0"/>
          <p:nvPr/>
        </p:nvPicPr>
        <p:blipFill rotWithShape="1">
          <a:blip r:embed="rId4">
            <a:alphaModFix/>
          </a:blip>
          <a:srcRect b="0" l="0" r="0" t="0"/>
          <a:stretch/>
        </p:blipFill>
        <p:spPr>
          <a:xfrm>
            <a:off x="4107600" y="1955520"/>
            <a:ext cx="2304360" cy="1142280"/>
          </a:xfrm>
          <a:prstGeom prst="rect">
            <a:avLst/>
          </a:prstGeom>
          <a:noFill/>
          <a:ln>
            <a:noFill/>
          </a:ln>
        </p:spPr>
      </p:pic>
      <p:pic>
        <p:nvPicPr>
          <p:cNvPr id="262" name="Google Shape;262;p14"/>
          <p:cNvPicPr preferRelativeResize="0"/>
          <p:nvPr/>
        </p:nvPicPr>
        <p:blipFill rotWithShape="1">
          <a:blip r:embed="rId5">
            <a:alphaModFix/>
          </a:blip>
          <a:srcRect b="0" l="0" r="0" t="0"/>
          <a:stretch/>
        </p:blipFill>
        <p:spPr>
          <a:xfrm>
            <a:off x="8705880" y="0"/>
            <a:ext cx="437400" cy="38988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6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15"/>
          <p:cNvSpPr txBox="1"/>
          <p:nvPr>
            <p:ph idx="4294967295" type="title"/>
          </p:nvPr>
        </p:nvSpPr>
        <p:spPr>
          <a:xfrm>
            <a:off x="311760" y="444960"/>
            <a:ext cx="8519760" cy="572040"/>
          </a:xfrm>
          <a:prstGeom prst="rect">
            <a:avLst/>
          </a:prstGeom>
          <a:noFill/>
          <a:ln>
            <a:noFill/>
          </a:ln>
        </p:spPr>
        <p:txBody>
          <a:bodyPr anchorCtr="0" anchor="t" bIns="91425" lIns="0" spcFirstLastPara="1" rIns="0" wrap="square" tIns="91425">
            <a:normAutofit fontScale="93000"/>
          </a:bodyPr>
          <a:lstStyle/>
          <a:p>
            <a:pPr indent="0" lvl="0" marL="0" marR="0" rtl="0" algn="l">
              <a:lnSpc>
                <a:spcPct val="100000"/>
              </a:lnSpc>
              <a:spcBef>
                <a:spcPts val="0"/>
              </a:spcBef>
              <a:spcAft>
                <a:spcPts val="0"/>
              </a:spcAft>
              <a:buClr>
                <a:schemeClr val="dk1"/>
              </a:buClr>
              <a:buSzPct val="100000"/>
              <a:buFont typeface="Arial"/>
              <a:buNone/>
            </a:pPr>
            <a:r>
              <a:rPr b="0" i="0" lang="ru" sz="2800" u="none" cap="none" strike="noStrike">
                <a:solidFill>
                  <a:schemeClr val="dk1"/>
                </a:solidFill>
                <a:latin typeface="Arial"/>
                <a:ea typeface="Arial"/>
                <a:cs typeface="Arial"/>
                <a:sym typeface="Arial"/>
              </a:rPr>
              <a:t>Variable types: character arrays and strings</a:t>
            </a:r>
            <a:endParaRPr b="0" i="0" sz="2800" u="none" cap="none" strike="noStrike">
              <a:solidFill>
                <a:srgbClr val="000000"/>
              </a:solidFill>
              <a:latin typeface="Arial"/>
              <a:ea typeface="Arial"/>
              <a:cs typeface="Arial"/>
              <a:sym typeface="Arial"/>
            </a:endParaRPr>
          </a:p>
        </p:txBody>
      </p:sp>
      <p:sp>
        <p:nvSpPr>
          <p:cNvPr id="268" name="Google Shape;268;p15"/>
          <p:cNvSpPr/>
          <p:nvPr/>
        </p:nvSpPr>
        <p:spPr>
          <a:xfrm>
            <a:off x="228600" y="1066680"/>
            <a:ext cx="8281440" cy="517320"/>
          </a:xfrm>
          <a:prstGeom prst="rect">
            <a:avLst/>
          </a:prstGeom>
          <a:noFill/>
          <a:ln>
            <a:noFill/>
          </a:ln>
        </p:spPr>
        <p:txBody>
          <a:bodyPr anchorCtr="0" anchor="t" bIns="91425" lIns="90000" spcFirstLastPara="1" rIns="90000" wrap="square" tIns="91425">
            <a:spAutoFit/>
          </a:bodyPr>
          <a:lstStyle/>
          <a:p>
            <a:pPr indent="0" lvl="0" marL="0" marR="0" rtl="0" algn="l">
              <a:lnSpc>
                <a:spcPct val="100000"/>
              </a:lnSpc>
              <a:spcBef>
                <a:spcPts val="0"/>
              </a:spcBef>
              <a:spcAft>
                <a:spcPts val="0"/>
              </a:spcAft>
              <a:buNone/>
            </a:pPr>
            <a:r>
              <a:rPr b="1" i="0" lang="ru" sz="1100" u="none" cap="none" strike="noStrike">
                <a:solidFill>
                  <a:schemeClr val="dk1"/>
                </a:solidFill>
                <a:latin typeface="Arial"/>
                <a:ea typeface="Arial"/>
                <a:cs typeface="Arial"/>
                <a:sym typeface="Arial"/>
              </a:rPr>
              <a:t>Character Arrays:</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ru" sz="1100" u="none" cap="none" strike="noStrike">
                <a:solidFill>
                  <a:schemeClr val="dk1"/>
                </a:solidFill>
                <a:latin typeface="Arial"/>
                <a:ea typeface="Arial"/>
                <a:cs typeface="Arial"/>
                <a:sym typeface="Arial"/>
              </a:rPr>
              <a:t>Traditional way to store text. A sequence of characters enclosed in single quotes. You can index by character</a:t>
            </a:r>
            <a:endParaRPr b="0" i="0" sz="1100" u="none" cap="none" strike="noStrike">
              <a:solidFill>
                <a:srgbClr val="000000"/>
              </a:solidFill>
              <a:latin typeface="Arial"/>
              <a:ea typeface="Arial"/>
              <a:cs typeface="Arial"/>
              <a:sym typeface="Arial"/>
            </a:endParaRPr>
          </a:p>
        </p:txBody>
      </p:sp>
      <p:pic>
        <p:nvPicPr>
          <p:cNvPr id="269" name="Google Shape;269;p15"/>
          <p:cNvPicPr preferRelativeResize="0"/>
          <p:nvPr/>
        </p:nvPicPr>
        <p:blipFill rotWithShape="1">
          <a:blip r:embed="rId3">
            <a:alphaModFix/>
          </a:blip>
          <a:srcRect b="0" l="0" r="0" t="0"/>
          <a:stretch/>
        </p:blipFill>
        <p:spPr>
          <a:xfrm>
            <a:off x="152280" y="1742400"/>
            <a:ext cx="2228040" cy="456480"/>
          </a:xfrm>
          <a:prstGeom prst="rect">
            <a:avLst/>
          </a:prstGeom>
          <a:noFill/>
          <a:ln>
            <a:noFill/>
          </a:ln>
        </p:spPr>
      </p:pic>
      <p:pic>
        <p:nvPicPr>
          <p:cNvPr id="270" name="Google Shape;270;p15"/>
          <p:cNvPicPr preferRelativeResize="0"/>
          <p:nvPr/>
        </p:nvPicPr>
        <p:blipFill rotWithShape="1">
          <a:blip r:embed="rId4">
            <a:alphaModFix/>
          </a:blip>
          <a:srcRect b="0" l="0" r="0" t="0"/>
          <a:stretch/>
        </p:blipFill>
        <p:spPr>
          <a:xfrm>
            <a:off x="3429000" y="1666080"/>
            <a:ext cx="2085120" cy="1009080"/>
          </a:xfrm>
          <a:prstGeom prst="rect">
            <a:avLst/>
          </a:prstGeom>
          <a:noFill/>
          <a:ln>
            <a:noFill/>
          </a:ln>
        </p:spPr>
      </p:pic>
      <p:pic>
        <p:nvPicPr>
          <p:cNvPr id="271" name="Google Shape;271;p15"/>
          <p:cNvPicPr preferRelativeResize="0"/>
          <p:nvPr/>
        </p:nvPicPr>
        <p:blipFill rotWithShape="1">
          <a:blip r:embed="rId5">
            <a:alphaModFix/>
          </a:blip>
          <a:srcRect b="0" l="0" r="0" t="0"/>
          <a:stretch/>
        </p:blipFill>
        <p:spPr>
          <a:xfrm>
            <a:off x="228600" y="3957480"/>
            <a:ext cx="2351880" cy="447120"/>
          </a:xfrm>
          <a:prstGeom prst="rect">
            <a:avLst/>
          </a:prstGeom>
          <a:noFill/>
          <a:ln>
            <a:noFill/>
          </a:ln>
        </p:spPr>
      </p:pic>
      <p:sp>
        <p:nvSpPr>
          <p:cNvPr id="272" name="Google Shape;272;p15"/>
          <p:cNvSpPr/>
          <p:nvPr/>
        </p:nvSpPr>
        <p:spPr>
          <a:xfrm>
            <a:off x="228600" y="2978640"/>
            <a:ext cx="7872840" cy="684720"/>
          </a:xfrm>
          <a:prstGeom prst="rect">
            <a:avLst/>
          </a:prstGeom>
          <a:noFill/>
          <a:ln>
            <a:noFill/>
          </a:ln>
        </p:spPr>
        <p:txBody>
          <a:bodyPr anchorCtr="0" anchor="t" bIns="91425" lIns="90000" spcFirstLastPara="1" rIns="90000" wrap="square" tIns="91425">
            <a:spAutoFit/>
          </a:bodyPr>
          <a:lstStyle/>
          <a:p>
            <a:pPr indent="0" lvl="0" marL="0" marR="0" rtl="0" algn="l">
              <a:lnSpc>
                <a:spcPct val="100000"/>
              </a:lnSpc>
              <a:spcBef>
                <a:spcPts val="0"/>
              </a:spcBef>
              <a:spcAft>
                <a:spcPts val="0"/>
              </a:spcAft>
              <a:buNone/>
            </a:pPr>
            <a:r>
              <a:rPr b="1" i="0" lang="ru" sz="1100" u="none" cap="none" strike="noStrike">
                <a:solidFill>
                  <a:schemeClr val="dk1"/>
                </a:solidFill>
                <a:latin typeface="Arial"/>
                <a:ea typeface="Arial"/>
                <a:cs typeface="Arial"/>
                <a:sym typeface="Arial"/>
              </a:rPr>
              <a:t>String Arrays:</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ru" sz="1100" u="none" cap="none" strike="noStrike">
                <a:solidFill>
                  <a:schemeClr val="dk1"/>
                </a:solidFill>
                <a:latin typeface="Arial"/>
                <a:ea typeface="Arial"/>
                <a:cs typeface="Arial"/>
                <a:sym typeface="Arial"/>
              </a:rPr>
              <a:t>Introduced in recent versions, string arrays are created using double quotes, you have only 1 element string. You can’t index by character</a:t>
            </a:r>
            <a:endParaRPr b="0" i="0" sz="1100" u="none" cap="none" strike="noStrike">
              <a:solidFill>
                <a:srgbClr val="000000"/>
              </a:solidFill>
              <a:latin typeface="Arial"/>
              <a:ea typeface="Arial"/>
              <a:cs typeface="Arial"/>
              <a:sym typeface="Arial"/>
            </a:endParaRPr>
          </a:p>
        </p:txBody>
      </p:sp>
      <p:pic>
        <p:nvPicPr>
          <p:cNvPr id="273" name="Google Shape;273;p15"/>
          <p:cNvPicPr preferRelativeResize="0"/>
          <p:nvPr/>
        </p:nvPicPr>
        <p:blipFill rotWithShape="1">
          <a:blip r:embed="rId6">
            <a:alphaModFix/>
          </a:blip>
          <a:srcRect b="0" l="0" r="0" t="0"/>
          <a:stretch/>
        </p:blipFill>
        <p:spPr>
          <a:xfrm>
            <a:off x="3419640" y="3823560"/>
            <a:ext cx="2454480" cy="1166760"/>
          </a:xfrm>
          <a:prstGeom prst="rect">
            <a:avLst/>
          </a:prstGeom>
          <a:noFill/>
          <a:ln>
            <a:noFill/>
          </a:ln>
        </p:spPr>
      </p:pic>
      <p:pic>
        <p:nvPicPr>
          <p:cNvPr id="274" name="Google Shape;274;p15"/>
          <p:cNvPicPr preferRelativeResize="0"/>
          <p:nvPr/>
        </p:nvPicPr>
        <p:blipFill rotWithShape="1">
          <a:blip r:embed="rId7">
            <a:alphaModFix/>
          </a:blip>
          <a:srcRect b="0" l="0" r="0" t="0"/>
          <a:stretch/>
        </p:blipFill>
        <p:spPr>
          <a:xfrm>
            <a:off x="8705880" y="0"/>
            <a:ext cx="437400" cy="38988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16"/>
          <p:cNvSpPr txBox="1"/>
          <p:nvPr>
            <p:ph idx="4294967295" type="title"/>
          </p:nvPr>
        </p:nvSpPr>
        <p:spPr>
          <a:xfrm>
            <a:off x="311760" y="444960"/>
            <a:ext cx="8519760" cy="572040"/>
          </a:xfrm>
          <a:prstGeom prst="rect">
            <a:avLst/>
          </a:prstGeom>
          <a:noFill/>
          <a:ln>
            <a:noFill/>
          </a:ln>
        </p:spPr>
        <p:txBody>
          <a:bodyPr anchorCtr="0" anchor="t" bIns="91425" lIns="0" spcFirstLastPara="1" rIns="0" wrap="square" tIns="91425">
            <a:normAutofit fontScale="93000"/>
          </a:bodyPr>
          <a:lstStyle/>
          <a:p>
            <a:pPr indent="0" lvl="0" marL="0" marR="0" rtl="0" algn="l">
              <a:lnSpc>
                <a:spcPct val="100000"/>
              </a:lnSpc>
              <a:spcBef>
                <a:spcPts val="0"/>
              </a:spcBef>
              <a:spcAft>
                <a:spcPts val="0"/>
              </a:spcAft>
              <a:buClr>
                <a:schemeClr val="dk1"/>
              </a:buClr>
              <a:buSzPct val="100000"/>
              <a:buFont typeface="Arial"/>
              <a:buNone/>
            </a:pPr>
            <a:r>
              <a:rPr b="0" i="0" lang="ru" sz="2800" u="none" cap="none" strike="noStrike">
                <a:solidFill>
                  <a:schemeClr val="dk1"/>
                </a:solidFill>
                <a:latin typeface="Arial"/>
                <a:ea typeface="Arial"/>
                <a:cs typeface="Arial"/>
                <a:sym typeface="Arial"/>
              </a:rPr>
              <a:t>Variable types: Vectors</a:t>
            </a:r>
            <a:endParaRPr b="0" i="0" sz="2800" u="none" cap="none" strike="noStrike">
              <a:solidFill>
                <a:srgbClr val="000000"/>
              </a:solidFill>
              <a:latin typeface="Arial"/>
              <a:ea typeface="Arial"/>
              <a:cs typeface="Arial"/>
              <a:sym typeface="Arial"/>
            </a:endParaRPr>
          </a:p>
        </p:txBody>
      </p:sp>
      <p:sp>
        <p:nvSpPr>
          <p:cNvPr id="280" name="Google Shape;280;p16"/>
          <p:cNvSpPr/>
          <p:nvPr/>
        </p:nvSpPr>
        <p:spPr>
          <a:xfrm>
            <a:off x="228600" y="1066680"/>
            <a:ext cx="8664120" cy="821880"/>
          </a:xfrm>
          <a:prstGeom prst="rect">
            <a:avLst/>
          </a:prstGeom>
          <a:noFill/>
          <a:ln>
            <a:noFill/>
          </a:ln>
        </p:spPr>
        <p:txBody>
          <a:bodyPr anchorCtr="0" anchor="t" bIns="91425" lIns="90000" spcFirstLastPara="1" rIns="90000" wrap="square" tIns="91425">
            <a:spAutoFit/>
          </a:bodyPr>
          <a:lstStyle/>
          <a:p>
            <a:pPr indent="0" lvl="0" marL="0" marR="0" rtl="0" algn="l">
              <a:lnSpc>
                <a:spcPct val="100000"/>
              </a:lnSpc>
              <a:spcBef>
                <a:spcPts val="0"/>
              </a:spcBef>
              <a:spcAft>
                <a:spcPts val="0"/>
              </a:spcAft>
              <a:buNone/>
            </a:pPr>
            <a:r>
              <a:rPr b="0" i="0" lang="ru" sz="1400" u="none" cap="none" strike="noStrike">
                <a:solidFill>
                  <a:srgbClr val="000000"/>
                </a:solidFill>
                <a:latin typeface="Arial"/>
                <a:ea typeface="Arial"/>
                <a:cs typeface="Arial"/>
                <a:sym typeface="Arial"/>
              </a:rPr>
              <a:t>A vector is a one-dimensional array. It can be either a row vector or a column vector. Simplest form of an array, used for sequences and lists of numbers.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281" name="Google Shape;281;p16"/>
          <p:cNvPicPr preferRelativeResize="0"/>
          <p:nvPr/>
        </p:nvPicPr>
        <p:blipFill rotWithShape="1">
          <a:blip r:embed="rId3">
            <a:alphaModFix/>
          </a:blip>
          <a:srcRect b="0" l="0" r="0" t="0"/>
          <a:stretch/>
        </p:blipFill>
        <p:spPr>
          <a:xfrm>
            <a:off x="152280" y="1987200"/>
            <a:ext cx="2704320" cy="437400"/>
          </a:xfrm>
          <a:prstGeom prst="rect">
            <a:avLst/>
          </a:prstGeom>
          <a:noFill/>
          <a:ln>
            <a:noFill/>
          </a:ln>
        </p:spPr>
      </p:pic>
      <p:pic>
        <p:nvPicPr>
          <p:cNvPr id="282" name="Google Shape;282;p16"/>
          <p:cNvPicPr preferRelativeResize="0"/>
          <p:nvPr/>
        </p:nvPicPr>
        <p:blipFill rotWithShape="1">
          <a:blip r:embed="rId4">
            <a:alphaModFix/>
          </a:blip>
          <a:srcRect b="0" l="0" r="0" t="0"/>
          <a:stretch/>
        </p:blipFill>
        <p:spPr>
          <a:xfrm>
            <a:off x="152280" y="3034800"/>
            <a:ext cx="2704320" cy="437400"/>
          </a:xfrm>
          <a:prstGeom prst="rect">
            <a:avLst/>
          </a:prstGeom>
          <a:noFill/>
          <a:ln>
            <a:noFill/>
          </a:ln>
        </p:spPr>
      </p:pic>
      <p:pic>
        <p:nvPicPr>
          <p:cNvPr id="283" name="Google Shape;283;p16"/>
          <p:cNvPicPr preferRelativeResize="0"/>
          <p:nvPr/>
        </p:nvPicPr>
        <p:blipFill rotWithShape="1">
          <a:blip r:embed="rId5">
            <a:alphaModFix/>
          </a:blip>
          <a:srcRect b="0" l="0" r="0" t="0"/>
          <a:stretch/>
        </p:blipFill>
        <p:spPr>
          <a:xfrm>
            <a:off x="3602160" y="1777680"/>
            <a:ext cx="3205800" cy="856800"/>
          </a:xfrm>
          <a:prstGeom prst="rect">
            <a:avLst/>
          </a:prstGeom>
          <a:noFill/>
          <a:ln>
            <a:noFill/>
          </a:ln>
        </p:spPr>
      </p:pic>
      <p:pic>
        <p:nvPicPr>
          <p:cNvPr id="284" name="Google Shape;284;p16"/>
          <p:cNvPicPr preferRelativeResize="0"/>
          <p:nvPr/>
        </p:nvPicPr>
        <p:blipFill rotWithShape="1">
          <a:blip r:embed="rId6">
            <a:alphaModFix/>
          </a:blip>
          <a:srcRect b="0" l="0" r="0" t="0"/>
          <a:stretch/>
        </p:blipFill>
        <p:spPr>
          <a:xfrm>
            <a:off x="3619440" y="2787480"/>
            <a:ext cx="2571120" cy="1847160"/>
          </a:xfrm>
          <a:prstGeom prst="rect">
            <a:avLst/>
          </a:prstGeom>
          <a:noFill/>
          <a:ln>
            <a:noFill/>
          </a:ln>
        </p:spPr>
      </p:pic>
      <p:pic>
        <p:nvPicPr>
          <p:cNvPr id="285" name="Google Shape;285;p16"/>
          <p:cNvPicPr preferRelativeResize="0"/>
          <p:nvPr/>
        </p:nvPicPr>
        <p:blipFill rotWithShape="1">
          <a:blip r:embed="rId7">
            <a:alphaModFix/>
          </a:blip>
          <a:srcRect b="0" l="0" r="0" t="0"/>
          <a:stretch/>
        </p:blipFill>
        <p:spPr>
          <a:xfrm>
            <a:off x="8705880" y="0"/>
            <a:ext cx="437400" cy="38988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17"/>
          <p:cNvSpPr txBox="1"/>
          <p:nvPr>
            <p:ph idx="4294967295" type="title"/>
          </p:nvPr>
        </p:nvSpPr>
        <p:spPr>
          <a:xfrm>
            <a:off x="311760" y="444960"/>
            <a:ext cx="8519760" cy="572040"/>
          </a:xfrm>
          <a:prstGeom prst="rect">
            <a:avLst/>
          </a:prstGeom>
          <a:noFill/>
          <a:ln>
            <a:noFill/>
          </a:ln>
        </p:spPr>
        <p:txBody>
          <a:bodyPr anchorCtr="0" anchor="t" bIns="91425" lIns="0" spcFirstLastPara="1" rIns="0" wrap="square" tIns="91425">
            <a:normAutofit fontScale="93000"/>
          </a:bodyPr>
          <a:lstStyle/>
          <a:p>
            <a:pPr indent="0" lvl="0" marL="0" marR="0" rtl="0" algn="l">
              <a:lnSpc>
                <a:spcPct val="100000"/>
              </a:lnSpc>
              <a:spcBef>
                <a:spcPts val="0"/>
              </a:spcBef>
              <a:spcAft>
                <a:spcPts val="0"/>
              </a:spcAft>
              <a:buClr>
                <a:schemeClr val="dk1"/>
              </a:buClr>
              <a:buSzPct val="100000"/>
              <a:buFont typeface="Arial"/>
              <a:buNone/>
            </a:pPr>
            <a:r>
              <a:rPr b="0" i="0" lang="ru" sz="2800" u="none" cap="none" strike="noStrike">
                <a:solidFill>
                  <a:schemeClr val="dk1"/>
                </a:solidFill>
                <a:latin typeface="Arial"/>
                <a:ea typeface="Arial"/>
                <a:cs typeface="Arial"/>
                <a:sym typeface="Arial"/>
              </a:rPr>
              <a:t>Variable types: Arrays</a:t>
            </a:r>
            <a:endParaRPr b="0" i="0" sz="2800" u="none" cap="none" strike="noStrike">
              <a:solidFill>
                <a:srgbClr val="000000"/>
              </a:solidFill>
              <a:latin typeface="Arial"/>
              <a:ea typeface="Arial"/>
              <a:cs typeface="Arial"/>
              <a:sym typeface="Arial"/>
            </a:endParaRPr>
          </a:p>
        </p:txBody>
      </p:sp>
      <p:pic>
        <p:nvPicPr>
          <p:cNvPr id="291" name="Google Shape;291;p17"/>
          <p:cNvPicPr preferRelativeResize="0"/>
          <p:nvPr/>
        </p:nvPicPr>
        <p:blipFill rotWithShape="1">
          <a:blip r:embed="rId3">
            <a:alphaModFix/>
          </a:blip>
          <a:srcRect b="0" l="0" r="0" t="0"/>
          <a:stretch/>
        </p:blipFill>
        <p:spPr>
          <a:xfrm>
            <a:off x="152280" y="1246320"/>
            <a:ext cx="3256920" cy="523080"/>
          </a:xfrm>
          <a:prstGeom prst="rect">
            <a:avLst/>
          </a:prstGeom>
          <a:noFill/>
          <a:ln>
            <a:noFill/>
          </a:ln>
        </p:spPr>
      </p:pic>
      <p:pic>
        <p:nvPicPr>
          <p:cNvPr id="292" name="Google Shape;292;p17"/>
          <p:cNvPicPr preferRelativeResize="0"/>
          <p:nvPr/>
        </p:nvPicPr>
        <p:blipFill rotWithShape="1">
          <a:blip r:embed="rId4">
            <a:alphaModFix/>
          </a:blip>
          <a:srcRect b="0" l="0" r="0" t="0"/>
          <a:stretch/>
        </p:blipFill>
        <p:spPr>
          <a:xfrm>
            <a:off x="4050000" y="1398600"/>
            <a:ext cx="2521440" cy="1275480"/>
          </a:xfrm>
          <a:prstGeom prst="rect">
            <a:avLst/>
          </a:prstGeom>
          <a:noFill/>
          <a:ln>
            <a:noFill/>
          </a:ln>
        </p:spPr>
      </p:pic>
      <p:pic>
        <p:nvPicPr>
          <p:cNvPr id="293" name="Google Shape;293;p17"/>
          <p:cNvPicPr preferRelativeResize="0"/>
          <p:nvPr/>
        </p:nvPicPr>
        <p:blipFill rotWithShape="1">
          <a:blip r:embed="rId5">
            <a:alphaModFix/>
          </a:blip>
          <a:srcRect b="0" l="0" r="0" t="0"/>
          <a:stretch/>
        </p:blipFill>
        <p:spPr>
          <a:xfrm>
            <a:off x="152280" y="3132360"/>
            <a:ext cx="3266280" cy="456480"/>
          </a:xfrm>
          <a:prstGeom prst="rect">
            <a:avLst/>
          </a:prstGeom>
          <a:noFill/>
          <a:ln>
            <a:noFill/>
          </a:ln>
        </p:spPr>
      </p:pic>
      <p:pic>
        <p:nvPicPr>
          <p:cNvPr id="294" name="Google Shape;294;p17"/>
          <p:cNvPicPr preferRelativeResize="0"/>
          <p:nvPr/>
        </p:nvPicPr>
        <p:blipFill rotWithShape="1">
          <a:blip r:embed="rId6">
            <a:alphaModFix/>
          </a:blip>
          <a:srcRect b="0" l="0" r="0" t="0"/>
          <a:stretch/>
        </p:blipFill>
        <p:spPr>
          <a:xfrm>
            <a:off x="4105440" y="2827440"/>
            <a:ext cx="2036520" cy="2315160"/>
          </a:xfrm>
          <a:prstGeom prst="rect">
            <a:avLst/>
          </a:prstGeom>
          <a:noFill/>
          <a:ln>
            <a:noFill/>
          </a:ln>
        </p:spPr>
      </p:pic>
      <p:sp>
        <p:nvSpPr>
          <p:cNvPr id="295" name="Google Shape;295;p17"/>
          <p:cNvSpPr/>
          <p:nvPr/>
        </p:nvSpPr>
        <p:spPr>
          <a:xfrm>
            <a:off x="76320" y="914400"/>
            <a:ext cx="8634960" cy="395640"/>
          </a:xfrm>
          <a:prstGeom prst="rect">
            <a:avLst/>
          </a:prstGeom>
          <a:noFill/>
          <a:ln>
            <a:noFill/>
          </a:ln>
        </p:spPr>
        <p:txBody>
          <a:bodyPr anchorCtr="0" anchor="t" bIns="91425" lIns="90000" spcFirstLastPara="1" rIns="90000" wrap="square" tIns="91425">
            <a:spAutoFit/>
          </a:bodyPr>
          <a:lstStyle/>
          <a:p>
            <a:pPr indent="0" lvl="0" marL="0" marR="0" rtl="0" algn="l">
              <a:lnSpc>
                <a:spcPct val="100000"/>
              </a:lnSpc>
              <a:spcBef>
                <a:spcPts val="0"/>
              </a:spcBef>
              <a:spcAft>
                <a:spcPts val="0"/>
              </a:spcAft>
              <a:buNone/>
            </a:pPr>
            <a:r>
              <a:rPr b="0" i="0" lang="ru" sz="1400" u="none" cap="none" strike="noStrike">
                <a:solidFill>
                  <a:srgbClr val="000000"/>
                </a:solidFill>
                <a:latin typeface="Arial"/>
                <a:ea typeface="Arial"/>
                <a:cs typeface="Arial"/>
                <a:sym typeface="Arial"/>
              </a:rPr>
              <a:t>Suitable for mathematical operations like matrix multiplication, element-wise operations, and more.</a:t>
            </a:r>
            <a:endParaRPr b="0" i="0" sz="1400" u="none" cap="none" strike="noStrike">
              <a:solidFill>
                <a:srgbClr val="000000"/>
              </a:solidFill>
              <a:latin typeface="Arial"/>
              <a:ea typeface="Arial"/>
              <a:cs typeface="Arial"/>
              <a:sym typeface="Arial"/>
            </a:endParaRPr>
          </a:p>
        </p:txBody>
      </p:sp>
      <p:pic>
        <p:nvPicPr>
          <p:cNvPr id="296" name="Google Shape;296;p17"/>
          <p:cNvPicPr preferRelativeResize="0"/>
          <p:nvPr/>
        </p:nvPicPr>
        <p:blipFill rotWithShape="1">
          <a:blip r:embed="rId7">
            <a:alphaModFix/>
          </a:blip>
          <a:srcRect b="0" l="0" r="0" t="0"/>
          <a:stretch/>
        </p:blipFill>
        <p:spPr>
          <a:xfrm>
            <a:off x="8705880" y="0"/>
            <a:ext cx="437400" cy="38988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18"/>
          <p:cNvSpPr txBox="1"/>
          <p:nvPr>
            <p:ph idx="4294967295" type="title"/>
          </p:nvPr>
        </p:nvSpPr>
        <p:spPr>
          <a:xfrm>
            <a:off x="311760" y="444960"/>
            <a:ext cx="8519760" cy="572040"/>
          </a:xfrm>
          <a:prstGeom prst="rect">
            <a:avLst/>
          </a:prstGeom>
          <a:noFill/>
          <a:ln>
            <a:noFill/>
          </a:ln>
        </p:spPr>
        <p:txBody>
          <a:bodyPr anchorCtr="0" anchor="t" bIns="91425" lIns="0" spcFirstLastPara="1" rIns="0" wrap="square" tIns="91425">
            <a:normAutofit fontScale="93000"/>
          </a:bodyPr>
          <a:lstStyle/>
          <a:p>
            <a:pPr indent="0" lvl="0" marL="0" marR="0" rtl="0" algn="l">
              <a:lnSpc>
                <a:spcPct val="100000"/>
              </a:lnSpc>
              <a:spcBef>
                <a:spcPts val="0"/>
              </a:spcBef>
              <a:spcAft>
                <a:spcPts val="0"/>
              </a:spcAft>
              <a:buClr>
                <a:schemeClr val="dk1"/>
              </a:buClr>
              <a:buSzPct val="100000"/>
              <a:buFont typeface="Arial"/>
              <a:buNone/>
            </a:pPr>
            <a:r>
              <a:rPr b="0" i="0" lang="ru" sz="2800" u="none" cap="none" strike="noStrike">
                <a:solidFill>
                  <a:schemeClr val="dk1"/>
                </a:solidFill>
                <a:latin typeface="Arial"/>
                <a:ea typeface="Arial"/>
                <a:cs typeface="Arial"/>
                <a:sym typeface="Arial"/>
              </a:rPr>
              <a:t>Operations with Vectors and Arrays</a:t>
            </a:r>
            <a:endParaRPr b="0" i="0" sz="2800" u="none" cap="none" strike="noStrike">
              <a:solidFill>
                <a:srgbClr val="000000"/>
              </a:solidFill>
              <a:latin typeface="Arial"/>
              <a:ea typeface="Arial"/>
              <a:cs typeface="Arial"/>
              <a:sym typeface="Arial"/>
            </a:endParaRPr>
          </a:p>
        </p:txBody>
      </p:sp>
      <p:sp>
        <p:nvSpPr>
          <p:cNvPr id="302" name="Google Shape;302;p18"/>
          <p:cNvSpPr/>
          <p:nvPr/>
        </p:nvSpPr>
        <p:spPr>
          <a:xfrm>
            <a:off x="304920" y="1066680"/>
            <a:ext cx="8110080" cy="3363120"/>
          </a:xfrm>
          <a:prstGeom prst="rect">
            <a:avLst/>
          </a:prstGeom>
          <a:noFill/>
          <a:ln>
            <a:noFill/>
          </a:ln>
        </p:spPr>
        <p:txBody>
          <a:bodyPr anchorCtr="0" anchor="t" bIns="91425" lIns="90000" spcFirstLastPara="1" rIns="90000" wrap="square" tIns="91425">
            <a:spAutoFit/>
          </a:bodyPr>
          <a:lstStyle/>
          <a:p>
            <a:pPr indent="0" lvl="0" marL="0" marR="0" rtl="0" algn="l">
              <a:lnSpc>
                <a:spcPct val="100000"/>
              </a:lnSpc>
              <a:spcBef>
                <a:spcPts val="0"/>
              </a:spcBef>
              <a:spcAft>
                <a:spcPts val="0"/>
              </a:spcAft>
              <a:buNone/>
            </a:pPr>
            <a:r>
              <a:rPr b="1" i="0" lang="ru" sz="1100" u="none" cap="none" strike="noStrike">
                <a:solidFill>
                  <a:schemeClr val="dk1"/>
                </a:solidFill>
                <a:latin typeface="Arial"/>
                <a:ea typeface="Arial"/>
                <a:cs typeface="Arial"/>
                <a:sym typeface="Arial"/>
              </a:rPr>
              <a:t>Element-wise Operations:</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ru" sz="1100" u="none" cap="none" strike="noStrike">
                <a:solidFill>
                  <a:schemeClr val="dk1"/>
                </a:solidFill>
                <a:latin typeface="Arial"/>
                <a:ea typeface="Arial"/>
                <a:cs typeface="Arial"/>
                <a:sym typeface="Arial"/>
              </a:rPr>
              <a:t>Use the dot (</a:t>
            </a:r>
            <a:r>
              <a:rPr b="0" i="0" lang="ru" sz="1100" u="none" cap="none" strike="noStrike">
                <a:solidFill>
                  <a:srgbClr val="188038"/>
                </a:solidFill>
                <a:latin typeface="Roboto Mono"/>
                <a:ea typeface="Roboto Mono"/>
                <a:cs typeface="Roboto Mono"/>
                <a:sym typeface="Roboto Mono"/>
              </a:rPr>
              <a:t>.</a:t>
            </a:r>
            <a:r>
              <a:rPr b="0" i="0" lang="ru" sz="1100" u="none" cap="none" strike="noStrike">
                <a:solidFill>
                  <a:schemeClr val="dk1"/>
                </a:solidFill>
                <a:latin typeface="Arial"/>
                <a:ea typeface="Arial"/>
                <a:cs typeface="Arial"/>
                <a:sym typeface="Arial"/>
              </a:rPr>
              <a:t>) operator before an operator for element-by-element computation.</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ru" sz="1100" u="none" cap="none" strike="noStrike">
                <a:solidFill>
                  <a:schemeClr val="dk1"/>
                </a:solidFill>
                <a:latin typeface="Arial"/>
                <a:ea typeface="Arial"/>
                <a:cs typeface="Arial"/>
                <a:sym typeface="Arial"/>
              </a:rPr>
              <a:t>Extracting Elements:</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ru" sz="1100" u="none" cap="none" strike="noStrike">
                <a:solidFill>
                  <a:schemeClr val="dk1"/>
                </a:solidFill>
                <a:latin typeface="Arial"/>
                <a:ea typeface="Arial"/>
                <a:cs typeface="Arial"/>
                <a:sym typeface="Arial"/>
              </a:rPr>
              <a:t>Slicing Matrixes: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pic>
        <p:nvPicPr>
          <p:cNvPr id="303" name="Google Shape;303;p18"/>
          <p:cNvPicPr preferRelativeResize="0"/>
          <p:nvPr/>
        </p:nvPicPr>
        <p:blipFill rotWithShape="1">
          <a:blip r:embed="rId3">
            <a:alphaModFix/>
          </a:blip>
          <a:srcRect b="0" l="0" r="0" t="0"/>
          <a:stretch/>
        </p:blipFill>
        <p:spPr>
          <a:xfrm>
            <a:off x="311760" y="1602720"/>
            <a:ext cx="1951920" cy="904320"/>
          </a:xfrm>
          <a:prstGeom prst="rect">
            <a:avLst/>
          </a:prstGeom>
          <a:noFill/>
          <a:ln>
            <a:noFill/>
          </a:ln>
        </p:spPr>
      </p:pic>
      <p:pic>
        <p:nvPicPr>
          <p:cNvPr id="304" name="Google Shape;304;p18"/>
          <p:cNvPicPr preferRelativeResize="0"/>
          <p:nvPr/>
        </p:nvPicPr>
        <p:blipFill rotWithShape="1">
          <a:blip r:embed="rId4">
            <a:alphaModFix/>
          </a:blip>
          <a:srcRect b="0" l="0" r="0" t="0"/>
          <a:stretch/>
        </p:blipFill>
        <p:spPr>
          <a:xfrm>
            <a:off x="311760" y="2961360"/>
            <a:ext cx="2853360" cy="572040"/>
          </a:xfrm>
          <a:prstGeom prst="rect">
            <a:avLst/>
          </a:prstGeom>
          <a:noFill/>
          <a:ln>
            <a:noFill/>
          </a:ln>
        </p:spPr>
      </p:pic>
      <p:pic>
        <p:nvPicPr>
          <p:cNvPr id="305" name="Google Shape;305;p18"/>
          <p:cNvPicPr preferRelativeResize="0"/>
          <p:nvPr/>
        </p:nvPicPr>
        <p:blipFill rotWithShape="1">
          <a:blip r:embed="rId5">
            <a:alphaModFix/>
          </a:blip>
          <a:srcRect b="0" l="0" r="0" t="0"/>
          <a:stretch/>
        </p:blipFill>
        <p:spPr>
          <a:xfrm>
            <a:off x="402120" y="3988080"/>
            <a:ext cx="1770840" cy="1018440"/>
          </a:xfrm>
          <a:prstGeom prst="rect">
            <a:avLst/>
          </a:prstGeom>
          <a:noFill/>
          <a:ln>
            <a:noFill/>
          </a:ln>
        </p:spPr>
      </p:pic>
      <p:pic>
        <p:nvPicPr>
          <p:cNvPr id="306" name="Google Shape;306;p18"/>
          <p:cNvPicPr preferRelativeResize="0"/>
          <p:nvPr/>
        </p:nvPicPr>
        <p:blipFill rotWithShape="1">
          <a:blip r:embed="rId6">
            <a:alphaModFix/>
          </a:blip>
          <a:srcRect b="0" l="0" r="0" t="0"/>
          <a:stretch/>
        </p:blipFill>
        <p:spPr>
          <a:xfrm>
            <a:off x="8705880" y="0"/>
            <a:ext cx="437400" cy="38988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19"/>
          <p:cNvSpPr txBox="1"/>
          <p:nvPr>
            <p:ph idx="4294967295" type="title"/>
          </p:nvPr>
        </p:nvSpPr>
        <p:spPr>
          <a:xfrm>
            <a:off x="311760" y="444960"/>
            <a:ext cx="8519760" cy="572040"/>
          </a:xfrm>
          <a:prstGeom prst="rect">
            <a:avLst/>
          </a:prstGeom>
          <a:noFill/>
          <a:ln>
            <a:noFill/>
          </a:ln>
        </p:spPr>
        <p:txBody>
          <a:bodyPr anchorCtr="0" anchor="t" bIns="91425" lIns="0" spcFirstLastPara="1" rIns="0" wrap="square" tIns="91425">
            <a:normAutofit fontScale="93000"/>
          </a:bodyPr>
          <a:lstStyle/>
          <a:p>
            <a:pPr indent="0" lvl="0" marL="0" marR="0" rtl="0" algn="l">
              <a:lnSpc>
                <a:spcPct val="100000"/>
              </a:lnSpc>
              <a:spcBef>
                <a:spcPts val="0"/>
              </a:spcBef>
              <a:spcAft>
                <a:spcPts val="0"/>
              </a:spcAft>
              <a:buClr>
                <a:schemeClr val="dk1"/>
              </a:buClr>
              <a:buSzPct val="100000"/>
              <a:buFont typeface="Arial"/>
              <a:buNone/>
            </a:pPr>
            <a:r>
              <a:rPr b="0" i="0" lang="ru" sz="2800" u="none" cap="none" strike="noStrike">
                <a:solidFill>
                  <a:schemeClr val="dk1"/>
                </a:solidFill>
                <a:latin typeface="Arial"/>
                <a:ea typeface="Arial"/>
                <a:cs typeface="Arial"/>
                <a:sym typeface="Arial"/>
              </a:rPr>
              <a:t>Variable types: cell arrays</a:t>
            </a:r>
            <a:endParaRPr b="0" i="0" sz="2800" u="none" cap="none" strike="noStrike">
              <a:solidFill>
                <a:srgbClr val="000000"/>
              </a:solidFill>
              <a:latin typeface="Arial"/>
              <a:ea typeface="Arial"/>
              <a:cs typeface="Arial"/>
              <a:sym typeface="Arial"/>
            </a:endParaRPr>
          </a:p>
        </p:txBody>
      </p:sp>
      <p:sp>
        <p:nvSpPr>
          <p:cNvPr id="312" name="Google Shape;312;p19"/>
          <p:cNvSpPr/>
          <p:nvPr/>
        </p:nvSpPr>
        <p:spPr>
          <a:xfrm>
            <a:off x="100080" y="1176480"/>
            <a:ext cx="8134560" cy="395640"/>
          </a:xfrm>
          <a:prstGeom prst="rect">
            <a:avLst/>
          </a:prstGeom>
          <a:noFill/>
          <a:ln>
            <a:noFill/>
          </a:ln>
        </p:spPr>
        <p:txBody>
          <a:bodyPr anchorCtr="0" anchor="t" bIns="91425" lIns="90000" spcFirstLastPara="1" rIns="90000" wrap="square" tIns="91425">
            <a:spAutoFit/>
          </a:bodyPr>
          <a:lstStyle/>
          <a:p>
            <a:pPr indent="0" lvl="0" marL="0" marR="0" rtl="0" algn="l">
              <a:lnSpc>
                <a:spcPct val="100000"/>
              </a:lnSpc>
              <a:spcBef>
                <a:spcPts val="0"/>
              </a:spcBef>
              <a:spcAft>
                <a:spcPts val="0"/>
              </a:spcAft>
              <a:buNone/>
            </a:pPr>
            <a:r>
              <a:rPr b="0" i="0" lang="ru" sz="1400" u="none" cap="none" strike="noStrike">
                <a:solidFill>
                  <a:srgbClr val="000000"/>
                </a:solidFill>
                <a:latin typeface="Arial"/>
                <a:ea typeface="Arial"/>
                <a:cs typeface="Arial"/>
                <a:sym typeface="Arial"/>
              </a:rPr>
              <a:t>Cell arrays are containers that can store different types and sizes of data in each element.</a:t>
            </a:r>
            <a:endParaRPr b="0" i="0" sz="1400" u="none" cap="none" strike="noStrike">
              <a:solidFill>
                <a:srgbClr val="000000"/>
              </a:solidFill>
              <a:latin typeface="Arial"/>
              <a:ea typeface="Arial"/>
              <a:cs typeface="Arial"/>
              <a:sym typeface="Arial"/>
            </a:endParaRPr>
          </a:p>
        </p:txBody>
      </p:sp>
      <p:pic>
        <p:nvPicPr>
          <p:cNvPr id="313" name="Google Shape;313;p19"/>
          <p:cNvPicPr preferRelativeResize="0"/>
          <p:nvPr/>
        </p:nvPicPr>
        <p:blipFill rotWithShape="1">
          <a:blip r:embed="rId3">
            <a:alphaModFix/>
          </a:blip>
          <a:srcRect b="0" l="0" r="0" t="0"/>
          <a:stretch/>
        </p:blipFill>
        <p:spPr>
          <a:xfrm>
            <a:off x="152280" y="1729080"/>
            <a:ext cx="6238080" cy="513720"/>
          </a:xfrm>
          <a:prstGeom prst="rect">
            <a:avLst/>
          </a:prstGeom>
          <a:noFill/>
          <a:ln>
            <a:noFill/>
          </a:ln>
        </p:spPr>
      </p:pic>
      <p:pic>
        <p:nvPicPr>
          <p:cNvPr id="314" name="Google Shape;314;p19"/>
          <p:cNvPicPr preferRelativeResize="0"/>
          <p:nvPr/>
        </p:nvPicPr>
        <p:blipFill rotWithShape="1">
          <a:blip r:embed="rId4">
            <a:alphaModFix/>
          </a:blip>
          <a:srcRect b="0" l="0" r="0" t="0"/>
          <a:stretch/>
        </p:blipFill>
        <p:spPr>
          <a:xfrm>
            <a:off x="152280" y="2662560"/>
            <a:ext cx="1485360" cy="447120"/>
          </a:xfrm>
          <a:prstGeom prst="rect">
            <a:avLst/>
          </a:prstGeom>
          <a:noFill/>
          <a:ln>
            <a:noFill/>
          </a:ln>
        </p:spPr>
      </p:pic>
      <p:pic>
        <p:nvPicPr>
          <p:cNvPr id="315" name="Google Shape;315;p19"/>
          <p:cNvPicPr preferRelativeResize="0"/>
          <p:nvPr/>
        </p:nvPicPr>
        <p:blipFill rotWithShape="1">
          <a:blip r:embed="rId5">
            <a:alphaModFix/>
          </a:blip>
          <a:srcRect b="0" l="0" r="0" t="0"/>
          <a:stretch/>
        </p:blipFill>
        <p:spPr>
          <a:xfrm>
            <a:off x="255600" y="3438720"/>
            <a:ext cx="1485360" cy="447120"/>
          </a:xfrm>
          <a:prstGeom prst="rect">
            <a:avLst/>
          </a:prstGeom>
          <a:noFill/>
          <a:ln>
            <a:noFill/>
          </a:ln>
        </p:spPr>
      </p:pic>
      <p:pic>
        <p:nvPicPr>
          <p:cNvPr id="316" name="Google Shape;316;p19"/>
          <p:cNvPicPr preferRelativeResize="0"/>
          <p:nvPr/>
        </p:nvPicPr>
        <p:blipFill rotWithShape="1">
          <a:blip r:embed="rId6">
            <a:alphaModFix/>
          </a:blip>
          <a:srcRect b="0" l="0" r="0" t="0"/>
          <a:stretch/>
        </p:blipFill>
        <p:spPr>
          <a:xfrm>
            <a:off x="8705880" y="0"/>
            <a:ext cx="437400" cy="38988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20"/>
          <p:cNvSpPr txBox="1"/>
          <p:nvPr>
            <p:ph idx="4294967295" type="title"/>
          </p:nvPr>
        </p:nvSpPr>
        <p:spPr>
          <a:xfrm>
            <a:off x="311760" y="444960"/>
            <a:ext cx="8519760" cy="572040"/>
          </a:xfrm>
          <a:prstGeom prst="rect">
            <a:avLst/>
          </a:prstGeom>
          <a:noFill/>
          <a:ln>
            <a:noFill/>
          </a:ln>
        </p:spPr>
        <p:txBody>
          <a:bodyPr anchorCtr="0" anchor="t" bIns="91425" lIns="0" spcFirstLastPara="1" rIns="0" wrap="square" tIns="91425">
            <a:normAutofit fontScale="93000"/>
          </a:bodyPr>
          <a:lstStyle/>
          <a:p>
            <a:pPr indent="0" lvl="0" marL="0" marR="0" rtl="0" algn="l">
              <a:lnSpc>
                <a:spcPct val="100000"/>
              </a:lnSpc>
              <a:spcBef>
                <a:spcPts val="0"/>
              </a:spcBef>
              <a:spcAft>
                <a:spcPts val="0"/>
              </a:spcAft>
              <a:buClr>
                <a:schemeClr val="dk1"/>
              </a:buClr>
              <a:buSzPct val="100000"/>
              <a:buFont typeface="Arial"/>
              <a:buNone/>
            </a:pPr>
            <a:r>
              <a:rPr b="0" i="0" lang="ru" sz="2800" u="none" cap="none" strike="noStrike">
                <a:solidFill>
                  <a:schemeClr val="dk1"/>
                </a:solidFill>
                <a:latin typeface="Arial"/>
                <a:ea typeface="Arial"/>
                <a:cs typeface="Arial"/>
                <a:sym typeface="Arial"/>
              </a:rPr>
              <a:t>Variable types: NB! </a:t>
            </a:r>
            <a:r>
              <a:rPr b="0" i="0" lang="ru" sz="2020" u="none" cap="none" strike="noStrike">
                <a:solidFill>
                  <a:schemeClr val="dk1"/>
                </a:solidFill>
                <a:latin typeface="Arial"/>
                <a:ea typeface="Arial"/>
                <a:cs typeface="Arial"/>
                <a:sym typeface="Arial"/>
              </a:rPr>
              <a:t>look on the variable type)</a:t>
            </a:r>
            <a:endParaRPr b="0" i="0" sz="2020" u="none" cap="none" strike="noStrike">
              <a:solidFill>
                <a:srgbClr val="000000"/>
              </a:solidFill>
              <a:latin typeface="Arial"/>
              <a:ea typeface="Arial"/>
              <a:cs typeface="Arial"/>
              <a:sym typeface="Arial"/>
            </a:endParaRPr>
          </a:p>
        </p:txBody>
      </p:sp>
      <p:pic>
        <p:nvPicPr>
          <p:cNvPr id="322" name="Google Shape;322;p20"/>
          <p:cNvPicPr preferRelativeResize="0"/>
          <p:nvPr/>
        </p:nvPicPr>
        <p:blipFill rotWithShape="1">
          <a:blip r:embed="rId3">
            <a:alphaModFix/>
          </a:blip>
          <a:srcRect b="0" l="0" r="0" t="0"/>
          <a:stretch/>
        </p:blipFill>
        <p:spPr>
          <a:xfrm>
            <a:off x="76320" y="1398600"/>
            <a:ext cx="2818800" cy="580320"/>
          </a:xfrm>
          <a:prstGeom prst="rect">
            <a:avLst/>
          </a:prstGeom>
          <a:noFill/>
          <a:ln>
            <a:noFill/>
          </a:ln>
        </p:spPr>
      </p:pic>
      <p:pic>
        <p:nvPicPr>
          <p:cNvPr id="323" name="Google Shape;323;p20"/>
          <p:cNvPicPr preferRelativeResize="0"/>
          <p:nvPr/>
        </p:nvPicPr>
        <p:blipFill rotWithShape="1">
          <a:blip r:embed="rId4">
            <a:alphaModFix/>
          </a:blip>
          <a:srcRect b="0" l="0" r="0" t="0"/>
          <a:stretch/>
        </p:blipFill>
        <p:spPr>
          <a:xfrm>
            <a:off x="83160" y="2998080"/>
            <a:ext cx="2818800" cy="580320"/>
          </a:xfrm>
          <a:prstGeom prst="rect">
            <a:avLst/>
          </a:prstGeom>
          <a:noFill/>
          <a:ln>
            <a:noFill/>
          </a:ln>
        </p:spPr>
      </p:pic>
      <p:pic>
        <p:nvPicPr>
          <p:cNvPr id="324" name="Google Shape;324;p20"/>
          <p:cNvPicPr preferRelativeResize="0"/>
          <p:nvPr/>
        </p:nvPicPr>
        <p:blipFill rotWithShape="1">
          <a:blip r:embed="rId5">
            <a:alphaModFix/>
          </a:blip>
          <a:srcRect b="0" l="0" r="0" t="0"/>
          <a:stretch/>
        </p:blipFill>
        <p:spPr>
          <a:xfrm>
            <a:off x="152280" y="2055240"/>
            <a:ext cx="6123960" cy="837360"/>
          </a:xfrm>
          <a:prstGeom prst="rect">
            <a:avLst/>
          </a:prstGeom>
          <a:noFill/>
          <a:ln>
            <a:noFill/>
          </a:ln>
        </p:spPr>
      </p:pic>
      <p:pic>
        <p:nvPicPr>
          <p:cNvPr id="325" name="Google Shape;325;p20"/>
          <p:cNvPicPr preferRelativeResize="0"/>
          <p:nvPr/>
        </p:nvPicPr>
        <p:blipFill rotWithShape="1">
          <a:blip r:embed="rId6">
            <a:alphaModFix/>
          </a:blip>
          <a:srcRect b="0" l="0" r="0" t="0"/>
          <a:stretch/>
        </p:blipFill>
        <p:spPr>
          <a:xfrm>
            <a:off x="3467160" y="3020760"/>
            <a:ext cx="2593080" cy="1944720"/>
          </a:xfrm>
          <a:prstGeom prst="rect">
            <a:avLst/>
          </a:prstGeom>
          <a:noFill/>
          <a:ln>
            <a:noFill/>
          </a:ln>
        </p:spPr>
      </p:pic>
      <p:sp>
        <p:nvSpPr>
          <p:cNvPr id="326" name="Google Shape;326;p20"/>
          <p:cNvSpPr/>
          <p:nvPr/>
        </p:nvSpPr>
        <p:spPr>
          <a:xfrm>
            <a:off x="6692040" y="1586880"/>
            <a:ext cx="2185200" cy="2093400"/>
          </a:xfrm>
          <a:prstGeom prst="rect">
            <a:avLst/>
          </a:prstGeom>
          <a:noFill/>
          <a:ln>
            <a:noFill/>
          </a:ln>
        </p:spPr>
        <p:txBody>
          <a:bodyPr anchorCtr="0" anchor="t" bIns="91425" lIns="90000" spcFirstLastPara="1" rIns="90000" wrap="square" tIns="91425">
            <a:noAutofit/>
          </a:bodyPr>
          <a:lstStyle/>
          <a:p>
            <a:pPr indent="0" lvl="0" marL="0" marR="0" rtl="0" algn="l">
              <a:lnSpc>
                <a:spcPct val="100000"/>
              </a:lnSpc>
              <a:spcBef>
                <a:spcPts val="0"/>
              </a:spcBef>
              <a:spcAft>
                <a:spcPts val="0"/>
              </a:spcAft>
              <a:buNone/>
            </a:pPr>
            <a:r>
              <a:rPr b="0" i="0" lang="ru" sz="1800" u="none" cap="none" strike="noStrike">
                <a:solidFill>
                  <a:schemeClr val="dk2"/>
                </a:solidFill>
                <a:latin typeface="Arial"/>
                <a:ea typeface="Arial"/>
                <a:cs typeface="Arial"/>
                <a:sym typeface="Arial"/>
              </a:rPr>
              <a:t>Before beginning any processing, it's essential to identify the types of variables that will be involved</a:t>
            </a:r>
            <a:endParaRPr b="0" i="0" sz="1800" u="none" cap="none" strike="noStrike">
              <a:solidFill>
                <a:srgbClr val="000000"/>
              </a:solidFill>
              <a:latin typeface="Arial"/>
              <a:ea typeface="Arial"/>
              <a:cs typeface="Arial"/>
              <a:sym typeface="Arial"/>
            </a:endParaRPr>
          </a:p>
        </p:txBody>
      </p:sp>
      <p:pic>
        <p:nvPicPr>
          <p:cNvPr id="327" name="Google Shape;327;p20"/>
          <p:cNvPicPr preferRelativeResize="0"/>
          <p:nvPr/>
        </p:nvPicPr>
        <p:blipFill rotWithShape="1">
          <a:blip r:embed="rId7">
            <a:alphaModFix/>
          </a:blip>
          <a:srcRect b="0" l="0" r="0" t="0"/>
          <a:stretch/>
        </p:blipFill>
        <p:spPr>
          <a:xfrm>
            <a:off x="8705880" y="0"/>
            <a:ext cx="437400" cy="38988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pic>
        <p:nvPicPr>
          <p:cNvPr descr="Сделать слайд красивым" id="333" name="Google Shape;333;g3d54d852394_0_38"/>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22"/>
          <p:cNvSpPr txBox="1"/>
          <p:nvPr>
            <p:ph idx="4294967295" type="title"/>
          </p:nvPr>
        </p:nvSpPr>
        <p:spPr>
          <a:xfrm>
            <a:off x="265060" y="272860"/>
            <a:ext cx="8519700" cy="572100"/>
          </a:xfrm>
          <a:prstGeom prst="rect">
            <a:avLst/>
          </a:prstGeom>
          <a:noFill/>
          <a:ln>
            <a:noFill/>
          </a:ln>
        </p:spPr>
        <p:txBody>
          <a:bodyPr anchorCtr="0" anchor="t" bIns="91425" lIns="0" spcFirstLastPara="1" rIns="0" wrap="square" tIns="91425">
            <a:normAutofit fontScale="90000"/>
          </a:bodyPr>
          <a:lstStyle/>
          <a:p>
            <a:pPr indent="0" lvl="0" marL="0" marR="0" rtl="0" algn="l">
              <a:lnSpc>
                <a:spcPct val="100000"/>
              </a:lnSpc>
              <a:spcBef>
                <a:spcPts val="0"/>
              </a:spcBef>
              <a:spcAft>
                <a:spcPts val="0"/>
              </a:spcAft>
              <a:buClr>
                <a:schemeClr val="dk1"/>
              </a:buClr>
              <a:buSzPct val="100000"/>
              <a:buFont typeface="Arial"/>
              <a:buNone/>
            </a:pPr>
            <a:r>
              <a:rPr b="0" i="0" lang="ru" sz="2800" u="none" cap="none" strike="noStrike">
                <a:solidFill>
                  <a:schemeClr val="dk1"/>
                </a:solidFill>
                <a:latin typeface="Arial"/>
                <a:ea typeface="Arial"/>
                <a:cs typeface="Arial"/>
                <a:sym typeface="Arial"/>
              </a:rPr>
              <a:t>Just for fun</a:t>
            </a:r>
            <a:endParaRPr b="0" i="0" sz="2800" u="none" cap="none" strike="noStrike">
              <a:solidFill>
                <a:srgbClr val="000000"/>
              </a:solidFill>
              <a:latin typeface="Arial"/>
              <a:ea typeface="Arial"/>
              <a:cs typeface="Arial"/>
              <a:sym typeface="Arial"/>
            </a:endParaRPr>
          </a:p>
        </p:txBody>
      </p:sp>
      <p:sp>
        <p:nvSpPr>
          <p:cNvPr id="339" name="Google Shape;339;p22"/>
          <p:cNvSpPr/>
          <p:nvPr/>
        </p:nvSpPr>
        <p:spPr>
          <a:xfrm>
            <a:off x="200160" y="948960"/>
            <a:ext cx="8159760" cy="2434320"/>
          </a:xfrm>
          <a:prstGeom prst="rect">
            <a:avLst/>
          </a:prstGeom>
          <a:noFill/>
          <a:ln>
            <a:noFill/>
          </a:ln>
        </p:spPr>
        <p:txBody>
          <a:bodyPr anchorCtr="0" anchor="t" bIns="91425" lIns="90000" spcFirstLastPara="1" rIns="90000" wrap="square" tIns="91425">
            <a:spAutoFit/>
          </a:bodyPr>
          <a:lstStyle/>
          <a:p>
            <a:pPr indent="0" lvl="0" marL="0" marR="0" rtl="0" algn="l">
              <a:lnSpc>
                <a:spcPct val="115000"/>
              </a:lnSpc>
              <a:spcBef>
                <a:spcPts val="0"/>
              </a:spcBef>
              <a:spcAft>
                <a:spcPts val="0"/>
              </a:spcAft>
              <a:buNone/>
            </a:pPr>
            <a:r>
              <a:rPr b="0" i="0" lang="ru" sz="1000" u="none" cap="none" strike="noStrike">
                <a:solidFill>
                  <a:schemeClr val="dk1"/>
                </a:solidFill>
                <a:latin typeface="Arial"/>
                <a:ea typeface="Arial"/>
                <a:cs typeface="Arial"/>
                <a:sym typeface="Arial"/>
              </a:rPr>
              <a:t>When we say MATLAB handles numbers in </a:t>
            </a:r>
            <a:r>
              <a:rPr b="0" i="1" lang="ru" sz="1000" u="none" cap="none" strike="noStrike">
                <a:solidFill>
                  <a:schemeClr val="dk1"/>
                </a:solidFill>
                <a:latin typeface="Arial"/>
                <a:ea typeface="Arial"/>
                <a:cs typeface="Arial"/>
                <a:sym typeface="Arial"/>
              </a:rPr>
              <a:t>double-precision</a:t>
            </a:r>
            <a:r>
              <a:rPr b="0" i="0" lang="ru" sz="1000" u="none" cap="none" strike="noStrike">
                <a:solidFill>
                  <a:schemeClr val="dk1"/>
                </a:solidFill>
                <a:latin typeface="Arial"/>
                <a:ea typeface="Arial"/>
                <a:cs typeface="Arial"/>
                <a:sym typeface="Arial"/>
              </a:rPr>
              <a:t>, we mean that each number is stored using 64 bits (or binary digits) according to the IEEE 754 standard. This representation is divided into three parts:</a:t>
            </a:r>
            <a:endParaRPr b="0" i="0" sz="1000" u="none" cap="none" strike="noStrike">
              <a:solidFill>
                <a:srgbClr val="000000"/>
              </a:solidFill>
              <a:latin typeface="Arial"/>
              <a:ea typeface="Arial"/>
              <a:cs typeface="Arial"/>
              <a:sym typeface="Arial"/>
            </a:endParaRPr>
          </a:p>
          <a:p>
            <a:pPr indent="-291960" lvl="0" marL="457200" marR="0" rtl="0" algn="l">
              <a:lnSpc>
                <a:spcPct val="115000"/>
              </a:lnSpc>
              <a:spcBef>
                <a:spcPts val="1199"/>
              </a:spcBef>
              <a:spcAft>
                <a:spcPts val="0"/>
              </a:spcAft>
              <a:buClr>
                <a:srgbClr val="000000"/>
              </a:buClr>
              <a:buSzPts val="1000"/>
              <a:buFont typeface="Arial"/>
              <a:buAutoNum type="arabicPeriod"/>
            </a:pPr>
            <a:r>
              <a:rPr b="1" i="0" lang="ru" sz="1000" u="none" cap="none" strike="noStrike">
                <a:solidFill>
                  <a:schemeClr val="dk1"/>
                </a:solidFill>
                <a:latin typeface="Arial"/>
                <a:ea typeface="Arial"/>
                <a:cs typeface="Arial"/>
                <a:sym typeface="Arial"/>
              </a:rPr>
              <a:t>Sign Bit:</a:t>
            </a:r>
            <a:br>
              <a:rPr b="0" i="0" lang="ru" sz="1000" u="none" cap="none" strike="noStrike">
                <a:latin typeface="Arial"/>
                <a:ea typeface="Arial"/>
                <a:cs typeface="Arial"/>
                <a:sym typeface="Arial"/>
              </a:rPr>
            </a:br>
            <a:r>
              <a:rPr b="0" i="0" lang="ru" sz="1000" u="none" cap="none" strike="noStrike">
                <a:solidFill>
                  <a:schemeClr val="dk1"/>
                </a:solidFill>
                <a:latin typeface="Arial"/>
                <a:ea typeface="Arial"/>
                <a:cs typeface="Arial"/>
                <a:sym typeface="Arial"/>
              </a:rPr>
              <a:t>Determines if the number is positive or negative.</a:t>
            </a:r>
            <a:br>
              <a:rPr b="0" i="0" lang="ru" sz="1000" u="none" cap="none" strike="noStrike">
                <a:latin typeface="Arial"/>
                <a:ea typeface="Arial"/>
                <a:cs typeface="Arial"/>
                <a:sym typeface="Arial"/>
              </a:rPr>
            </a:br>
            <a:r>
              <a:rPr b="0" i="0" lang="ru" sz="1000" u="none" cap="none" strike="noStrike">
                <a:solidFill>
                  <a:schemeClr val="dk1"/>
                </a:solidFill>
                <a:latin typeface="Arial"/>
                <a:ea typeface="Arial"/>
                <a:cs typeface="Arial"/>
                <a:sym typeface="Arial"/>
              </a:rPr>
              <a:t> </a:t>
            </a:r>
            <a:endParaRPr b="0" i="0" sz="1000" u="none" cap="none" strike="noStrike">
              <a:solidFill>
                <a:srgbClr val="000000"/>
              </a:solidFill>
              <a:latin typeface="Arial"/>
              <a:ea typeface="Arial"/>
              <a:cs typeface="Arial"/>
              <a:sym typeface="Arial"/>
            </a:endParaRPr>
          </a:p>
          <a:p>
            <a:pPr indent="-291960" lvl="0" marL="457200" marR="0" rtl="0" algn="l">
              <a:lnSpc>
                <a:spcPct val="115000"/>
              </a:lnSpc>
              <a:spcBef>
                <a:spcPts val="0"/>
              </a:spcBef>
              <a:spcAft>
                <a:spcPts val="0"/>
              </a:spcAft>
              <a:buClr>
                <a:srgbClr val="000000"/>
              </a:buClr>
              <a:buSzPts val="1000"/>
              <a:buFont typeface="Arial"/>
              <a:buAutoNum type="arabicPeriod"/>
            </a:pPr>
            <a:r>
              <a:rPr b="1" i="0" lang="ru" sz="1000" u="none" cap="none" strike="noStrike">
                <a:solidFill>
                  <a:schemeClr val="dk1"/>
                </a:solidFill>
                <a:latin typeface="Arial"/>
                <a:ea typeface="Arial"/>
                <a:cs typeface="Arial"/>
                <a:sym typeface="Arial"/>
              </a:rPr>
              <a:t>Exponent:</a:t>
            </a:r>
            <a:br>
              <a:rPr b="0" i="0" lang="ru" sz="1000" u="none" cap="none" strike="noStrike">
                <a:latin typeface="Arial"/>
                <a:ea typeface="Arial"/>
                <a:cs typeface="Arial"/>
                <a:sym typeface="Arial"/>
              </a:rPr>
            </a:br>
            <a:r>
              <a:rPr b="0" i="0" lang="ru" sz="1000" u="none" cap="none" strike="noStrike">
                <a:solidFill>
                  <a:schemeClr val="dk1"/>
                </a:solidFill>
                <a:latin typeface="Arial"/>
                <a:ea typeface="Arial"/>
                <a:cs typeface="Arial"/>
                <a:sym typeface="Arial"/>
              </a:rPr>
              <a:t>A group of bits that scales the number (essentially shifting the decimal point). In double-precision format, the exponent is stored using 11 bits. These bits represent the power of 2 by which the number is scaled.</a:t>
            </a:r>
            <a:br>
              <a:rPr b="0" i="0" lang="ru" sz="1000" u="none" cap="none" strike="noStrike">
                <a:latin typeface="Arial"/>
                <a:ea typeface="Arial"/>
                <a:cs typeface="Arial"/>
                <a:sym typeface="Arial"/>
              </a:rPr>
            </a:br>
            <a:r>
              <a:rPr b="0" i="0" lang="ru" sz="1000" u="none" cap="none" strike="noStrike">
                <a:solidFill>
                  <a:schemeClr val="dk1"/>
                </a:solidFill>
                <a:latin typeface="Arial"/>
                <a:ea typeface="Arial"/>
                <a:cs typeface="Arial"/>
                <a:sym typeface="Arial"/>
              </a:rPr>
              <a:t> </a:t>
            </a:r>
            <a:endParaRPr b="0" i="0" sz="1000" u="none" cap="none" strike="noStrike">
              <a:solidFill>
                <a:srgbClr val="000000"/>
              </a:solidFill>
              <a:latin typeface="Arial"/>
              <a:ea typeface="Arial"/>
              <a:cs typeface="Arial"/>
              <a:sym typeface="Arial"/>
            </a:endParaRPr>
          </a:p>
          <a:p>
            <a:pPr indent="-291960" lvl="0" marL="457200" marR="0" rtl="0" algn="l">
              <a:lnSpc>
                <a:spcPct val="115000"/>
              </a:lnSpc>
              <a:spcBef>
                <a:spcPts val="0"/>
              </a:spcBef>
              <a:spcAft>
                <a:spcPts val="0"/>
              </a:spcAft>
              <a:buClr>
                <a:srgbClr val="000000"/>
              </a:buClr>
              <a:buSzPts val="1000"/>
              <a:buFont typeface="Arial"/>
              <a:buAutoNum type="arabicPeriod"/>
            </a:pPr>
            <a:r>
              <a:rPr b="1" i="0" lang="ru" sz="1000" u="none" cap="none" strike="noStrike">
                <a:solidFill>
                  <a:schemeClr val="dk1"/>
                </a:solidFill>
                <a:latin typeface="Arial"/>
                <a:ea typeface="Arial"/>
                <a:cs typeface="Arial"/>
                <a:sym typeface="Arial"/>
              </a:rPr>
              <a:t>Mantissa (or Significand):</a:t>
            </a:r>
            <a:br>
              <a:rPr b="0" i="0" lang="ru" sz="1000" u="none" cap="none" strike="noStrike">
                <a:latin typeface="Arial"/>
                <a:ea typeface="Arial"/>
                <a:cs typeface="Arial"/>
                <a:sym typeface="Arial"/>
              </a:rPr>
            </a:br>
            <a:r>
              <a:rPr b="0" i="0" lang="ru" sz="1000" u="none" cap="none" strike="noStrike">
                <a:solidFill>
                  <a:schemeClr val="dk1"/>
                </a:solidFill>
                <a:latin typeface="Arial"/>
                <a:ea typeface="Arial"/>
                <a:cs typeface="Arial"/>
                <a:sym typeface="Arial"/>
              </a:rPr>
              <a:t>The remaining bits that hold the actual digits of the number—the “meat” of the value. This part tells you the precision of the number, i.e., how many significant digits it contains.</a:t>
            </a:r>
            <a:endParaRPr b="0" i="0" sz="1000" u="none" cap="none" strike="noStrike">
              <a:solidFill>
                <a:srgbClr val="000000"/>
              </a:solidFill>
              <a:latin typeface="Arial"/>
              <a:ea typeface="Arial"/>
              <a:cs typeface="Arial"/>
              <a:sym typeface="Arial"/>
            </a:endParaRPr>
          </a:p>
        </p:txBody>
      </p:sp>
      <p:pic>
        <p:nvPicPr>
          <p:cNvPr id="340" name="Google Shape;340;p22"/>
          <p:cNvPicPr preferRelativeResize="0"/>
          <p:nvPr/>
        </p:nvPicPr>
        <p:blipFill rotWithShape="1">
          <a:blip r:embed="rId3">
            <a:alphaModFix/>
          </a:blip>
          <a:srcRect b="0" l="0" r="0" t="0"/>
          <a:stretch/>
        </p:blipFill>
        <p:spPr>
          <a:xfrm>
            <a:off x="416520" y="3388320"/>
            <a:ext cx="5046480" cy="1652760"/>
          </a:xfrm>
          <a:prstGeom prst="rect">
            <a:avLst/>
          </a:prstGeom>
          <a:noFill/>
          <a:ln>
            <a:noFill/>
          </a:ln>
        </p:spPr>
      </p:pic>
      <p:sp>
        <p:nvSpPr>
          <p:cNvPr id="341" name="Google Shape;341;p22"/>
          <p:cNvSpPr/>
          <p:nvPr/>
        </p:nvSpPr>
        <p:spPr>
          <a:xfrm>
            <a:off x="5723280" y="3487320"/>
            <a:ext cx="2999160" cy="596520"/>
          </a:xfrm>
          <a:prstGeom prst="rect">
            <a:avLst/>
          </a:prstGeom>
          <a:noFill/>
          <a:ln>
            <a:noFill/>
          </a:ln>
        </p:spPr>
        <p:txBody>
          <a:bodyPr anchorCtr="0" anchor="t" bIns="91425" lIns="90000" spcFirstLastPara="1" rIns="90000" wrap="square" tIns="91425">
            <a:spAutoFit/>
          </a:bodyPr>
          <a:lstStyle/>
          <a:p>
            <a:pPr indent="0" lvl="0" marL="0" marR="0" rtl="0" algn="l">
              <a:lnSpc>
                <a:spcPct val="136000"/>
              </a:lnSpc>
              <a:spcBef>
                <a:spcPts val="0"/>
              </a:spcBef>
              <a:spcAft>
                <a:spcPts val="0"/>
              </a:spcAft>
              <a:buNone/>
            </a:pPr>
            <a:r>
              <a:rPr b="0" i="1" lang="ru" sz="1000" u="none" cap="none" strike="noStrike">
                <a:solidFill>
                  <a:schemeClr val="dk1"/>
                </a:solidFill>
                <a:latin typeface="Arial"/>
                <a:ea typeface="Arial"/>
                <a:cs typeface="Arial"/>
                <a:sym typeface="Arial"/>
              </a:rPr>
              <a:t>in 5 bits of mantisa part (from 47 to 51) Steve Edins hide his eldest son) from 42 to 46 - a dog</a:t>
            </a:r>
            <a:endParaRPr b="0" i="0" sz="1000" u="none" cap="none" strike="noStrike">
              <a:solidFill>
                <a:srgbClr val="000000"/>
              </a:solidFill>
              <a:latin typeface="Arial"/>
              <a:ea typeface="Arial"/>
              <a:cs typeface="Arial"/>
              <a:sym typeface="Arial"/>
            </a:endParaRPr>
          </a:p>
        </p:txBody>
      </p:sp>
      <p:pic>
        <p:nvPicPr>
          <p:cNvPr id="342" name="Google Shape;342;p22"/>
          <p:cNvPicPr preferRelativeResize="0"/>
          <p:nvPr/>
        </p:nvPicPr>
        <p:blipFill rotWithShape="1">
          <a:blip r:embed="rId4">
            <a:alphaModFix/>
          </a:blip>
          <a:srcRect b="0" l="0" r="0" t="0"/>
          <a:stretch/>
        </p:blipFill>
        <p:spPr>
          <a:xfrm>
            <a:off x="8705880" y="0"/>
            <a:ext cx="437400" cy="38988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g3d54d852394_0_23"/>
          <p:cNvSpPr txBox="1"/>
          <p:nvPr>
            <p:ph type="title"/>
          </p:nvPr>
        </p:nvSpPr>
        <p:spPr>
          <a:xfrm>
            <a:off x="265060" y="40385"/>
            <a:ext cx="8519700" cy="572100"/>
          </a:xfrm>
          <a:prstGeom prst="rect">
            <a:avLst/>
          </a:prstGeom>
          <a:noFill/>
          <a:ln>
            <a:noFill/>
          </a:ln>
        </p:spPr>
        <p:txBody>
          <a:bodyPr anchorCtr="0" anchor="t" bIns="91425" lIns="0" spcFirstLastPara="1" rIns="0" wrap="square" tIns="91425">
            <a:normAutofit fontScale="90000"/>
          </a:bodyPr>
          <a:lstStyle/>
          <a:p>
            <a:pPr indent="0" lvl="0" marL="0" marR="0" rtl="0" algn="l">
              <a:lnSpc>
                <a:spcPct val="100000"/>
              </a:lnSpc>
              <a:spcBef>
                <a:spcPts val="0"/>
              </a:spcBef>
              <a:spcAft>
                <a:spcPts val="0"/>
              </a:spcAft>
              <a:buClr>
                <a:schemeClr val="dk1"/>
              </a:buClr>
              <a:buSzPct val="100000"/>
              <a:buFont typeface="Arial"/>
              <a:buNone/>
            </a:pPr>
            <a:r>
              <a:rPr lang="ru" sz="2800">
                <a:solidFill>
                  <a:schemeClr val="dk1"/>
                </a:solidFill>
              </a:rPr>
              <a:t>High performance analysis framework</a:t>
            </a:r>
            <a:endParaRPr b="0" i="0" sz="2800" u="none" cap="none" strike="noStrike">
              <a:solidFill>
                <a:srgbClr val="000000"/>
              </a:solidFill>
              <a:latin typeface="Arial"/>
              <a:ea typeface="Arial"/>
              <a:cs typeface="Arial"/>
              <a:sym typeface="Arial"/>
            </a:endParaRPr>
          </a:p>
        </p:txBody>
      </p:sp>
      <p:pic>
        <p:nvPicPr>
          <p:cNvPr descr="can you please make an image of the sensory systems that shows a lot of similarities with the analysis framework" id="349" name="Google Shape;349;g3d54d852394_0_23"/>
          <p:cNvPicPr preferRelativeResize="0"/>
          <p:nvPr/>
        </p:nvPicPr>
        <p:blipFill>
          <a:blip r:embed="rId3">
            <a:alphaModFix/>
          </a:blip>
          <a:stretch>
            <a:fillRect/>
          </a:stretch>
        </p:blipFill>
        <p:spPr>
          <a:xfrm>
            <a:off x="582750" y="612475"/>
            <a:ext cx="7980076" cy="4442025"/>
          </a:xfrm>
          <a:prstGeom prst="rect">
            <a:avLst/>
          </a:prstGeom>
          <a:noFill/>
          <a:ln>
            <a:noFill/>
          </a:ln>
        </p:spPr>
      </p:pic>
      <p:pic>
        <p:nvPicPr>
          <p:cNvPr id="350" name="Google Shape;350;g3d54d852394_0_23"/>
          <p:cNvPicPr preferRelativeResize="0"/>
          <p:nvPr/>
        </p:nvPicPr>
        <p:blipFill rotWithShape="1">
          <a:blip r:embed="rId4">
            <a:alphaModFix/>
          </a:blip>
          <a:srcRect b="0" l="0" r="0" t="0"/>
          <a:stretch/>
        </p:blipFill>
        <p:spPr>
          <a:xfrm>
            <a:off x="8705880" y="0"/>
            <a:ext cx="437400" cy="38988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g3d54d852394_0_44"/>
          <p:cNvSpPr txBox="1"/>
          <p:nvPr>
            <p:ph type="title"/>
          </p:nvPr>
        </p:nvSpPr>
        <p:spPr>
          <a:xfrm>
            <a:off x="311760" y="418320"/>
            <a:ext cx="8519700" cy="625200"/>
          </a:xfrm>
          <a:prstGeom prst="rect">
            <a:avLst/>
          </a:prstGeom>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800"/>
              <a:buFont typeface="Arial"/>
              <a:buNone/>
            </a:pPr>
            <a:r>
              <a:rPr lang="ru" sz="2800">
                <a:solidFill>
                  <a:schemeClr val="dk1"/>
                </a:solidFill>
              </a:rPr>
              <a:t>Additional</a:t>
            </a:r>
            <a:r>
              <a:rPr lang="ru"/>
              <a:t> </a:t>
            </a:r>
            <a:r>
              <a:rPr lang="ru" sz="2800">
                <a:solidFill>
                  <a:schemeClr val="dk1"/>
                </a:solidFill>
              </a:rPr>
              <a:t>steps</a:t>
            </a:r>
            <a:endParaRPr/>
          </a:p>
        </p:txBody>
      </p:sp>
      <p:sp>
        <p:nvSpPr>
          <p:cNvPr id="357" name="Google Shape;357;g3d54d852394_0_44"/>
          <p:cNvSpPr txBox="1"/>
          <p:nvPr>
            <p:ph idx="1" type="body"/>
          </p:nvPr>
        </p:nvSpPr>
        <p:spPr>
          <a:xfrm>
            <a:off x="311750" y="1152350"/>
            <a:ext cx="7088400" cy="3415800"/>
          </a:xfrm>
          <a:prstGeom prst="rect">
            <a:avLst/>
          </a:prstGeom>
        </p:spPr>
        <p:txBody>
          <a:bodyPr anchorCtr="0" anchor="t" bIns="0" lIns="0" spcFirstLastPara="1" rIns="0" wrap="square" tIns="0">
            <a:normAutofit/>
          </a:bodyPr>
          <a:lstStyle/>
          <a:p>
            <a:pPr indent="0" lvl="0" marL="0" rtl="0" algn="l">
              <a:spcBef>
                <a:spcPts val="0"/>
              </a:spcBef>
              <a:spcAft>
                <a:spcPts val="0"/>
              </a:spcAft>
              <a:buClr>
                <a:schemeClr val="dk1"/>
              </a:buClr>
              <a:buSzPts val="1100"/>
              <a:buFont typeface="Arial"/>
              <a:buNone/>
            </a:pPr>
            <a:r>
              <a:rPr b="1" lang="ru" sz="2100"/>
              <a:t>Step 0</a:t>
            </a:r>
            <a:r>
              <a:rPr lang="ru" sz="2100"/>
              <a:t>: clear the workspace and define constants (for example, frames per second)</a:t>
            </a:r>
            <a:endParaRPr sz="2100"/>
          </a:p>
          <a:p>
            <a:pPr indent="0" lvl="0" marL="0" rtl="0" algn="l">
              <a:spcBef>
                <a:spcPts val="0"/>
              </a:spcBef>
              <a:spcAft>
                <a:spcPts val="0"/>
              </a:spcAft>
              <a:buNone/>
            </a:pPr>
            <a:r>
              <a:t/>
            </a:r>
            <a:endParaRPr sz="2100"/>
          </a:p>
          <a:p>
            <a:pPr indent="0" lvl="0" marL="0" rtl="0" algn="l">
              <a:spcBef>
                <a:spcPts val="0"/>
              </a:spcBef>
              <a:spcAft>
                <a:spcPts val="0"/>
              </a:spcAft>
              <a:buNone/>
            </a:pPr>
            <a:r>
              <a:t/>
            </a:r>
            <a:endParaRPr sz="2100"/>
          </a:p>
          <a:p>
            <a:pPr indent="0" lvl="0" marL="0" rtl="0" algn="l">
              <a:spcBef>
                <a:spcPts val="0"/>
              </a:spcBef>
              <a:spcAft>
                <a:spcPts val="0"/>
              </a:spcAft>
              <a:buClr>
                <a:schemeClr val="dk1"/>
              </a:buClr>
              <a:buSzPts val="1100"/>
              <a:buFont typeface="Arial"/>
              <a:buNone/>
            </a:pPr>
            <a:r>
              <a:t/>
            </a:r>
            <a:endParaRPr sz="2100"/>
          </a:p>
          <a:p>
            <a:pPr indent="0" lvl="0" marL="0" rtl="0" algn="l">
              <a:spcBef>
                <a:spcPts val="0"/>
              </a:spcBef>
              <a:spcAft>
                <a:spcPts val="0"/>
              </a:spcAft>
              <a:buClr>
                <a:schemeClr val="dk1"/>
              </a:buClr>
              <a:buSzPts val="1100"/>
              <a:buFont typeface="Arial"/>
              <a:buNone/>
            </a:pPr>
            <a:r>
              <a:rPr b="1" lang="ru" sz="2100"/>
              <a:t>Step 6</a:t>
            </a:r>
            <a:r>
              <a:rPr lang="ru" sz="2100"/>
              <a:t>: Readme file</a:t>
            </a:r>
            <a:endParaRPr sz="2100"/>
          </a:p>
          <a:p>
            <a:pPr indent="0" lvl="0" marL="0" rtl="0" algn="l">
              <a:spcBef>
                <a:spcPts val="0"/>
              </a:spcBef>
              <a:spcAft>
                <a:spcPts val="0"/>
              </a:spcAft>
              <a:buNone/>
            </a:pPr>
            <a:r>
              <a:t/>
            </a:r>
            <a:endParaRPr sz="2100"/>
          </a:p>
        </p:txBody>
      </p:sp>
      <p:pic>
        <p:nvPicPr>
          <p:cNvPr id="358" name="Google Shape;358;g3d54d852394_0_44"/>
          <p:cNvPicPr preferRelativeResize="0"/>
          <p:nvPr/>
        </p:nvPicPr>
        <p:blipFill rotWithShape="1">
          <a:blip r:embed="rId3">
            <a:alphaModFix/>
          </a:blip>
          <a:srcRect b="0" l="0" r="0" t="0"/>
          <a:stretch/>
        </p:blipFill>
        <p:spPr>
          <a:xfrm>
            <a:off x="8705880" y="0"/>
            <a:ext cx="437400" cy="389880"/>
          </a:xfrm>
          <a:prstGeom prst="rect">
            <a:avLst/>
          </a:prstGeom>
          <a:noFill/>
          <a:ln>
            <a:noFill/>
          </a:ln>
        </p:spPr>
      </p:pic>
      <p:pic>
        <p:nvPicPr>
          <p:cNvPr id="359" name="Google Shape;359;g3d54d852394_0_44"/>
          <p:cNvPicPr preferRelativeResize="0"/>
          <p:nvPr/>
        </p:nvPicPr>
        <p:blipFill>
          <a:blip r:embed="rId4">
            <a:alphaModFix/>
          </a:blip>
          <a:stretch>
            <a:fillRect/>
          </a:stretch>
        </p:blipFill>
        <p:spPr>
          <a:xfrm>
            <a:off x="7482500" y="939120"/>
            <a:ext cx="1400175" cy="1219200"/>
          </a:xfrm>
          <a:prstGeom prst="rect">
            <a:avLst/>
          </a:prstGeom>
          <a:noFill/>
          <a:ln>
            <a:noFill/>
          </a:ln>
        </p:spPr>
      </p:pic>
      <p:pic>
        <p:nvPicPr>
          <p:cNvPr id="360" name="Google Shape;360;g3d54d852394_0_44"/>
          <p:cNvPicPr preferRelativeResize="0"/>
          <p:nvPr/>
        </p:nvPicPr>
        <p:blipFill>
          <a:blip r:embed="rId5">
            <a:alphaModFix/>
          </a:blip>
          <a:stretch>
            <a:fillRect/>
          </a:stretch>
        </p:blipFill>
        <p:spPr>
          <a:xfrm>
            <a:off x="7552550" y="2567520"/>
            <a:ext cx="1400175" cy="12192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3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7">
                                            <p:txEl>
                                              <p:pRg end="5" st="5"/>
                                            </p:txEl>
                                          </p:spTgt>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36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24"/>
          <p:cNvSpPr txBox="1"/>
          <p:nvPr>
            <p:ph idx="4294967295" type="title"/>
          </p:nvPr>
        </p:nvSpPr>
        <p:spPr>
          <a:xfrm>
            <a:off x="311760" y="444960"/>
            <a:ext cx="8519760" cy="572040"/>
          </a:xfrm>
          <a:prstGeom prst="rect">
            <a:avLst/>
          </a:prstGeom>
          <a:noFill/>
          <a:ln>
            <a:noFill/>
          </a:ln>
        </p:spPr>
        <p:txBody>
          <a:bodyPr anchorCtr="0" anchor="t" bIns="91425" lIns="0" spcFirstLastPara="1" rIns="0" wrap="square" tIns="91425">
            <a:normAutofit fontScale="93000"/>
          </a:bodyPr>
          <a:lstStyle/>
          <a:p>
            <a:pPr indent="0" lvl="0" marL="0" marR="0" rtl="0" algn="l">
              <a:lnSpc>
                <a:spcPct val="100000"/>
              </a:lnSpc>
              <a:spcBef>
                <a:spcPts val="0"/>
              </a:spcBef>
              <a:spcAft>
                <a:spcPts val="0"/>
              </a:spcAft>
              <a:buClr>
                <a:schemeClr val="dk1"/>
              </a:buClr>
              <a:buSzPct val="100000"/>
              <a:buFont typeface="Arial"/>
              <a:buNone/>
            </a:pPr>
            <a:r>
              <a:rPr b="0" i="0" lang="ru" sz="2800" u="none" cap="none" strike="noStrike">
                <a:solidFill>
                  <a:schemeClr val="dk1"/>
                </a:solidFill>
                <a:latin typeface="Arial"/>
                <a:ea typeface="Arial"/>
                <a:cs typeface="Arial"/>
                <a:sym typeface="Arial"/>
              </a:rPr>
              <a:t>Statistical Methods</a:t>
            </a:r>
            <a:endParaRPr b="0" i="0" sz="2800" u="none" cap="none" strike="noStrike">
              <a:solidFill>
                <a:srgbClr val="000000"/>
              </a:solidFill>
              <a:latin typeface="Arial"/>
              <a:ea typeface="Arial"/>
              <a:cs typeface="Arial"/>
              <a:sym typeface="Arial"/>
            </a:endParaRPr>
          </a:p>
        </p:txBody>
      </p:sp>
      <p:sp>
        <p:nvSpPr>
          <p:cNvPr id="366" name="Google Shape;366;p24"/>
          <p:cNvSpPr txBox="1"/>
          <p:nvPr>
            <p:ph idx="4294967295" type="body"/>
          </p:nvPr>
        </p:nvSpPr>
        <p:spPr>
          <a:xfrm>
            <a:off x="311760" y="1152360"/>
            <a:ext cx="4889520" cy="3415680"/>
          </a:xfrm>
          <a:prstGeom prst="rect">
            <a:avLst/>
          </a:prstGeom>
          <a:noFill/>
          <a:ln>
            <a:noFill/>
          </a:ln>
        </p:spPr>
        <p:txBody>
          <a:bodyPr anchorCtr="0" anchor="t" bIns="91425" lIns="0" spcFirstLastPara="1" rIns="0" wrap="square" tIns="91425">
            <a:normAutofit/>
          </a:bodyPr>
          <a:lstStyle/>
          <a:p>
            <a:pPr indent="0" lvl="0" marL="0" marR="0" rtl="0" algn="l">
              <a:lnSpc>
                <a:spcPct val="150000"/>
              </a:lnSpc>
              <a:spcBef>
                <a:spcPts val="0"/>
              </a:spcBef>
              <a:spcAft>
                <a:spcPts val="0"/>
              </a:spcAft>
              <a:buClr>
                <a:schemeClr val="accent2"/>
              </a:buClr>
              <a:buSzPts val="1250"/>
              <a:buFont typeface="Arial"/>
              <a:buNone/>
            </a:pPr>
            <a:r>
              <a:rPr b="0" i="0" lang="ru" sz="1250" u="none" cap="none" strike="noStrike">
                <a:solidFill>
                  <a:schemeClr val="accent2"/>
                </a:solidFill>
                <a:latin typeface="Arial"/>
                <a:ea typeface="Arial"/>
                <a:cs typeface="Arial"/>
                <a:sym typeface="Arial"/>
              </a:rPr>
              <a:t>When we are talking about statistical methods for describing data, we are talking about </a:t>
            </a:r>
            <a:r>
              <a:rPr b="1" i="0" lang="ru" sz="1250" u="none" cap="none" strike="noStrike">
                <a:solidFill>
                  <a:schemeClr val="accent2"/>
                </a:solidFill>
                <a:latin typeface="Arial"/>
                <a:ea typeface="Arial"/>
                <a:cs typeface="Arial"/>
                <a:sym typeface="Arial"/>
              </a:rPr>
              <a:t>using a collected sample of an overall population to make descriptions of the population as a whole</a:t>
            </a:r>
            <a:r>
              <a:rPr b="0" i="0" lang="ru" sz="1250" u="none" cap="none" strike="noStrike">
                <a:solidFill>
                  <a:schemeClr val="accent2"/>
                </a:solidFill>
                <a:latin typeface="Arial"/>
                <a:ea typeface="Arial"/>
                <a:cs typeface="Arial"/>
                <a:sym typeface="Arial"/>
              </a:rPr>
              <a:t>. </a:t>
            </a:r>
            <a:endParaRPr b="0" i="0" sz="1250" u="none" cap="none" strike="noStrike">
              <a:solidFill>
                <a:srgbClr val="000000"/>
              </a:solidFill>
              <a:latin typeface="Arial"/>
              <a:ea typeface="Arial"/>
              <a:cs typeface="Arial"/>
              <a:sym typeface="Arial"/>
            </a:endParaRPr>
          </a:p>
          <a:p>
            <a:pPr indent="0" lvl="0" marL="0" marR="0" rtl="0" algn="l">
              <a:lnSpc>
                <a:spcPct val="150000"/>
              </a:lnSpc>
              <a:spcBef>
                <a:spcPts val="700"/>
              </a:spcBef>
              <a:spcAft>
                <a:spcPts val="0"/>
              </a:spcAft>
              <a:buSzPts val="1050"/>
              <a:buFont typeface="Arial"/>
              <a:buNone/>
            </a:pPr>
            <a:r>
              <a:t/>
            </a:r>
            <a:endParaRPr b="0" i="0" sz="1050" u="none" cap="none" strike="noStrike">
              <a:solidFill>
                <a:srgbClr val="000000"/>
              </a:solidFill>
              <a:latin typeface="Arial"/>
              <a:ea typeface="Arial"/>
              <a:cs typeface="Arial"/>
              <a:sym typeface="Arial"/>
            </a:endParaRPr>
          </a:p>
          <a:p>
            <a:pPr indent="0" lvl="0" marL="0" marR="0" rtl="0" algn="l">
              <a:lnSpc>
                <a:spcPct val="150000"/>
              </a:lnSpc>
              <a:spcBef>
                <a:spcPts val="700"/>
              </a:spcBef>
              <a:spcAft>
                <a:spcPts val="0"/>
              </a:spcAft>
              <a:buClr>
                <a:schemeClr val="accent2"/>
              </a:buClr>
              <a:buSzPts val="1050"/>
              <a:buFont typeface="Arial"/>
              <a:buNone/>
            </a:pPr>
            <a:r>
              <a:rPr b="0" i="0" lang="ru" sz="1050" u="none" cap="none" strike="noStrike">
                <a:solidFill>
                  <a:schemeClr val="accent2"/>
                </a:solidFill>
                <a:latin typeface="Arial"/>
                <a:ea typeface="Arial"/>
                <a:cs typeface="Arial"/>
                <a:sym typeface="Arial"/>
              </a:rPr>
              <a:t>*If your data set is very small or you have a lot of missing values, you may not have enough data to make meaningful observations. And in that case, you'll probably need to collect more data!</a:t>
            </a:r>
            <a:endParaRPr b="0" i="0" sz="1050" u="none" cap="none" strike="noStrike">
              <a:solidFill>
                <a:srgbClr val="000000"/>
              </a:solidFill>
              <a:latin typeface="Arial"/>
              <a:ea typeface="Arial"/>
              <a:cs typeface="Arial"/>
              <a:sym typeface="Arial"/>
            </a:endParaRPr>
          </a:p>
          <a:p>
            <a:pPr indent="0" lvl="0" marL="0" marR="0" rtl="0" algn="l">
              <a:lnSpc>
                <a:spcPct val="150000"/>
              </a:lnSpc>
              <a:spcBef>
                <a:spcPts val="700"/>
              </a:spcBef>
              <a:spcAft>
                <a:spcPts val="0"/>
              </a:spcAft>
              <a:buSzPts val="1250"/>
              <a:buFont typeface="Arial"/>
              <a:buNone/>
            </a:pPr>
            <a:r>
              <a:t/>
            </a:r>
            <a:endParaRPr b="0" i="0" sz="1250" u="none" cap="none" strike="noStrike">
              <a:solidFill>
                <a:srgbClr val="000000"/>
              </a:solidFill>
              <a:latin typeface="Arial"/>
              <a:ea typeface="Arial"/>
              <a:cs typeface="Arial"/>
              <a:sym typeface="Arial"/>
            </a:endParaRPr>
          </a:p>
          <a:p>
            <a:pPr indent="0" lvl="0" marL="0" marR="0" rtl="0" algn="l">
              <a:lnSpc>
                <a:spcPct val="150000"/>
              </a:lnSpc>
              <a:spcBef>
                <a:spcPts val="700"/>
              </a:spcBef>
              <a:spcAft>
                <a:spcPts val="0"/>
              </a:spcAft>
              <a:buClr>
                <a:schemeClr val="accent2"/>
              </a:buClr>
              <a:buSzPts val="1250"/>
              <a:buFont typeface="Arial"/>
              <a:buNone/>
            </a:pPr>
            <a:r>
              <a:rPr b="0" i="0" lang="ru" sz="1250" u="none" cap="none" strike="noStrike">
                <a:solidFill>
                  <a:schemeClr val="accent2"/>
                </a:solidFill>
                <a:latin typeface="Arial"/>
                <a:ea typeface="Arial"/>
                <a:cs typeface="Arial"/>
                <a:sym typeface="Arial"/>
              </a:rPr>
              <a:t>We will use </a:t>
            </a:r>
            <a:r>
              <a:rPr b="0" i="1" lang="ru" sz="1250" u="none" cap="none" strike="noStrike">
                <a:solidFill>
                  <a:schemeClr val="accent2"/>
                </a:solidFill>
                <a:latin typeface="Arial"/>
                <a:ea typeface="Arial"/>
                <a:cs typeface="Arial"/>
                <a:sym typeface="Arial"/>
              </a:rPr>
              <a:t>palmerpenguins</a:t>
            </a:r>
            <a:r>
              <a:rPr b="0" i="0" lang="ru" sz="1250" u="none" cap="none" strike="noStrike">
                <a:solidFill>
                  <a:schemeClr val="accent2"/>
                </a:solidFill>
                <a:latin typeface="Arial"/>
                <a:ea typeface="Arial"/>
                <a:cs typeface="Arial"/>
                <a:sym typeface="Arial"/>
              </a:rPr>
              <a:t> dataset from </a:t>
            </a:r>
            <a:r>
              <a:rPr b="1" i="0" lang="ru" sz="1250" u="none" cap="none" strike="noStrike">
                <a:solidFill>
                  <a:schemeClr val="accent2"/>
                </a:solidFill>
                <a:latin typeface="Arial"/>
                <a:ea typeface="Arial"/>
                <a:cs typeface="Arial"/>
                <a:sym typeface="Arial"/>
              </a:rPr>
              <a:t>Matlab Biosciences Data Module </a:t>
            </a:r>
            <a:r>
              <a:rPr b="0" i="0" lang="ru" sz="1250" u="none" cap="none" strike="noStrike">
                <a:solidFill>
                  <a:schemeClr val="accent2"/>
                </a:solidFill>
                <a:latin typeface="Arial"/>
                <a:ea typeface="Arial"/>
                <a:cs typeface="Arial"/>
                <a:sym typeface="Arial"/>
              </a:rPr>
              <a:t>(*you can look by yourself).</a:t>
            </a:r>
            <a:endParaRPr b="0" i="0" sz="1250" u="none" cap="none" strike="noStrike">
              <a:solidFill>
                <a:srgbClr val="000000"/>
              </a:solidFill>
              <a:latin typeface="Arial"/>
              <a:ea typeface="Arial"/>
              <a:cs typeface="Arial"/>
              <a:sym typeface="Arial"/>
            </a:endParaRPr>
          </a:p>
        </p:txBody>
      </p:sp>
      <p:sp>
        <p:nvSpPr>
          <p:cNvPr id="367" name="Google Shape;367;p24"/>
          <p:cNvSpPr/>
          <p:nvPr/>
        </p:nvSpPr>
        <p:spPr>
          <a:xfrm>
            <a:off x="-33120" y="4743360"/>
            <a:ext cx="5416200" cy="395640"/>
          </a:xfrm>
          <a:prstGeom prst="rect">
            <a:avLst/>
          </a:prstGeom>
          <a:noFill/>
          <a:ln>
            <a:noFill/>
          </a:ln>
        </p:spPr>
        <p:txBody>
          <a:bodyPr anchorCtr="0" anchor="t" bIns="91425" lIns="90000" spcFirstLastPara="1" rIns="90000" wrap="square" tIns="91425">
            <a:spAutoFit/>
          </a:bodyPr>
          <a:lstStyle/>
          <a:p>
            <a:pPr indent="0" lvl="0" marL="0" marR="0" rtl="0" algn="l">
              <a:lnSpc>
                <a:spcPct val="100000"/>
              </a:lnSpc>
              <a:spcBef>
                <a:spcPts val="0"/>
              </a:spcBef>
              <a:spcAft>
                <a:spcPts val="0"/>
              </a:spcAft>
              <a:buNone/>
            </a:pPr>
            <a:r>
              <a:rPr b="0" i="0" lang="ru" sz="1400" u="none" cap="none" strike="noStrike">
                <a:solidFill>
                  <a:srgbClr val="000000"/>
                </a:solidFill>
                <a:latin typeface="Arial"/>
                <a:ea typeface="Arial"/>
                <a:cs typeface="Arial"/>
                <a:sym typeface="Arial"/>
              </a:rPr>
              <a:t>https://allisonhorst.github.io/palmerpenguins/</a:t>
            </a:r>
            <a:endParaRPr b="0" i="0" sz="1400" u="none" cap="none" strike="noStrike">
              <a:solidFill>
                <a:srgbClr val="000000"/>
              </a:solidFill>
              <a:latin typeface="Arial"/>
              <a:ea typeface="Arial"/>
              <a:cs typeface="Arial"/>
              <a:sym typeface="Arial"/>
            </a:endParaRPr>
          </a:p>
        </p:txBody>
      </p:sp>
      <p:pic>
        <p:nvPicPr>
          <p:cNvPr id="368" name="Google Shape;368;p24"/>
          <p:cNvPicPr preferRelativeResize="0"/>
          <p:nvPr/>
        </p:nvPicPr>
        <p:blipFill rotWithShape="1">
          <a:blip r:embed="rId3">
            <a:alphaModFix/>
          </a:blip>
          <a:srcRect b="10515" l="8959" r="0" t="0"/>
          <a:stretch/>
        </p:blipFill>
        <p:spPr>
          <a:xfrm>
            <a:off x="5515920" y="1246320"/>
            <a:ext cx="3521880" cy="1905840"/>
          </a:xfrm>
          <a:prstGeom prst="rect">
            <a:avLst/>
          </a:prstGeom>
          <a:noFill/>
          <a:ln>
            <a:noFill/>
          </a:ln>
        </p:spPr>
      </p:pic>
      <p:sp>
        <p:nvSpPr>
          <p:cNvPr id="369" name="Google Shape;369;p24"/>
          <p:cNvSpPr/>
          <p:nvPr/>
        </p:nvSpPr>
        <p:spPr>
          <a:xfrm>
            <a:off x="5832360" y="3225600"/>
            <a:ext cx="2999160" cy="410760"/>
          </a:xfrm>
          <a:prstGeom prst="rect">
            <a:avLst/>
          </a:prstGeom>
          <a:noFill/>
          <a:ln>
            <a:noFill/>
          </a:ln>
        </p:spPr>
        <p:txBody>
          <a:bodyPr anchorCtr="0" anchor="t" bIns="91425" lIns="90000" spcFirstLastPara="1" rIns="90000" wrap="square" tIns="91425">
            <a:spAutoFit/>
          </a:bodyPr>
          <a:lstStyle/>
          <a:p>
            <a:pPr indent="0" lvl="0" marL="0" marR="0" rtl="0" algn="ctr">
              <a:lnSpc>
                <a:spcPct val="143000"/>
              </a:lnSpc>
              <a:spcBef>
                <a:spcPts val="0"/>
              </a:spcBef>
              <a:spcAft>
                <a:spcPts val="0"/>
              </a:spcAft>
              <a:buNone/>
            </a:pPr>
            <a:r>
              <a:rPr b="0" i="0" lang="ru" sz="1050" u="none" cap="none" strike="noStrike">
                <a:solidFill>
                  <a:schemeClr val="accent2"/>
                </a:solidFill>
                <a:latin typeface="Arial"/>
                <a:ea typeface="Arial"/>
                <a:cs typeface="Arial"/>
                <a:sym typeface="Arial"/>
              </a:rPr>
              <a:t>Adelie penguins having a group meeting</a:t>
            </a:r>
            <a:endParaRPr b="0" i="0" sz="1050" u="none" cap="none" strike="noStrike">
              <a:solidFill>
                <a:srgbClr val="000000"/>
              </a:solidFill>
              <a:latin typeface="Arial"/>
              <a:ea typeface="Arial"/>
              <a:cs typeface="Arial"/>
              <a:sym typeface="Arial"/>
            </a:endParaRPr>
          </a:p>
        </p:txBody>
      </p:sp>
      <p:sp>
        <p:nvSpPr>
          <p:cNvPr id="370" name="Google Shape;370;p24"/>
          <p:cNvSpPr/>
          <p:nvPr/>
        </p:nvSpPr>
        <p:spPr>
          <a:xfrm>
            <a:off x="-34920" y="4495680"/>
            <a:ext cx="6192360" cy="395640"/>
          </a:xfrm>
          <a:prstGeom prst="rect">
            <a:avLst/>
          </a:prstGeom>
          <a:noFill/>
          <a:ln>
            <a:noFill/>
          </a:ln>
        </p:spPr>
        <p:txBody>
          <a:bodyPr anchorCtr="0" anchor="t" bIns="91425" lIns="90000" spcFirstLastPara="1" rIns="90000" wrap="square" tIns="91425">
            <a:spAutoFit/>
          </a:bodyPr>
          <a:lstStyle/>
          <a:p>
            <a:pPr indent="0" lvl="0" marL="0" marR="0" rtl="0" algn="l">
              <a:lnSpc>
                <a:spcPct val="100000"/>
              </a:lnSpc>
              <a:spcBef>
                <a:spcPts val="0"/>
              </a:spcBef>
              <a:spcAft>
                <a:spcPts val="0"/>
              </a:spcAft>
              <a:buNone/>
            </a:pPr>
            <a:r>
              <a:rPr b="0" i="0" lang="ru" sz="1400" u="none" cap="none" strike="noStrike">
                <a:solidFill>
                  <a:srgbClr val="000000"/>
                </a:solidFill>
                <a:latin typeface="Arial"/>
                <a:ea typeface="Arial"/>
                <a:cs typeface="Arial"/>
                <a:sym typeface="Arial"/>
              </a:rPr>
              <a:t>https://github.com/mwaskom/seaborn-data/blob/master/penguins.csv</a:t>
            </a:r>
            <a:endParaRPr b="0" i="0" sz="1400" u="none" cap="none" strike="noStrike">
              <a:solidFill>
                <a:srgbClr val="000000"/>
              </a:solidFill>
              <a:latin typeface="Arial"/>
              <a:ea typeface="Arial"/>
              <a:cs typeface="Arial"/>
              <a:sym typeface="Arial"/>
            </a:endParaRPr>
          </a:p>
        </p:txBody>
      </p:sp>
      <p:pic>
        <p:nvPicPr>
          <p:cNvPr id="371" name="Google Shape;371;p24"/>
          <p:cNvPicPr preferRelativeResize="0"/>
          <p:nvPr/>
        </p:nvPicPr>
        <p:blipFill rotWithShape="1">
          <a:blip r:embed="rId4">
            <a:alphaModFix/>
          </a:blip>
          <a:srcRect b="0" l="0" r="0" t="0"/>
          <a:stretch/>
        </p:blipFill>
        <p:spPr>
          <a:xfrm>
            <a:off x="8705880" y="0"/>
            <a:ext cx="437400" cy="38988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25"/>
          <p:cNvSpPr txBox="1"/>
          <p:nvPr>
            <p:ph idx="4294967295" type="title"/>
          </p:nvPr>
        </p:nvSpPr>
        <p:spPr>
          <a:xfrm>
            <a:off x="311760" y="444960"/>
            <a:ext cx="8519760" cy="572040"/>
          </a:xfrm>
          <a:prstGeom prst="rect">
            <a:avLst/>
          </a:prstGeom>
          <a:noFill/>
          <a:ln>
            <a:noFill/>
          </a:ln>
        </p:spPr>
        <p:txBody>
          <a:bodyPr anchorCtr="0" anchor="t" bIns="91425" lIns="0" spcFirstLastPara="1" rIns="0" wrap="square" tIns="91425">
            <a:normAutofit fontScale="93000"/>
          </a:bodyPr>
          <a:lstStyle/>
          <a:p>
            <a:pPr indent="0" lvl="0" marL="0" marR="0" rtl="0" algn="l">
              <a:lnSpc>
                <a:spcPct val="100000"/>
              </a:lnSpc>
              <a:spcBef>
                <a:spcPts val="0"/>
              </a:spcBef>
              <a:spcAft>
                <a:spcPts val="0"/>
              </a:spcAft>
              <a:buClr>
                <a:schemeClr val="dk1"/>
              </a:buClr>
              <a:buSzPct val="100000"/>
              <a:buFont typeface="Arial"/>
              <a:buNone/>
            </a:pPr>
            <a:r>
              <a:rPr b="0" i="0" lang="ru" sz="2800" u="none" cap="none" strike="noStrike">
                <a:solidFill>
                  <a:schemeClr val="dk1"/>
                </a:solidFill>
                <a:latin typeface="Arial"/>
                <a:ea typeface="Arial"/>
                <a:cs typeface="Arial"/>
                <a:sym typeface="Arial"/>
              </a:rPr>
              <a:t>Load data</a:t>
            </a:r>
            <a:endParaRPr b="0" i="0" sz="2800" u="none" cap="none" strike="noStrike">
              <a:solidFill>
                <a:srgbClr val="000000"/>
              </a:solidFill>
              <a:latin typeface="Arial"/>
              <a:ea typeface="Arial"/>
              <a:cs typeface="Arial"/>
              <a:sym typeface="Arial"/>
            </a:endParaRPr>
          </a:p>
        </p:txBody>
      </p:sp>
      <p:pic>
        <p:nvPicPr>
          <p:cNvPr descr="Picture5.png" id="377" name="Google Shape;377;p25"/>
          <p:cNvPicPr preferRelativeResize="0"/>
          <p:nvPr/>
        </p:nvPicPr>
        <p:blipFill rotWithShape="1">
          <a:blip r:embed="rId3">
            <a:alphaModFix/>
          </a:blip>
          <a:srcRect b="0" l="0" r="0" t="0"/>
          <a:stretch/>
        </p:blipFill>
        <p:spPr>
          <a:xfrm>
            <a:off x="360720" y="2126160"/>
            <a:ext cx="7514640" cy="2139120"/>
          </a:xfrm>
          <a:prstGeom prst="rect">
            <a:avLst/>
          </a:prstGeom>
          <a:noFill/>
          <a:ln>
            <a:noFill/>
          </a:ln>
        </p:spPr>
      </p:pic>
      <p:sp>
        <p:nvSpPr>
          <p:cNvPr id="378" name="Google Shape;378;p25"/>
          <p:cNvSpPr/>
          <p:nvPr/>
        </p:nvSpPr>
        <p:spPr>
          <a:xfrm>
            <a:off x="-34920" y="4495680"/>
            <a:ext cx="6192360" cy="395640"/>
          </a:xfrm>
          <a:prstGeom prst="rect">
            <a:avLst/>
          </a:prstGeom>
          <a:noFill/>
          <a:ln>
            <a:noFill/>
          </a:ln>
        </p:spPr>
        <p:txBody>
          <a:bodyPr anchorCtr="0" anchor="t" bIns="91425" lIns="90000" spcFirstLastPara="1" rIns="90000" wrap="square" tIns="91425">
            <a:spAutoFit/>
          </a:bodyPr>
          <a:lstStyle/>
          <a:p>
            <a:pPr indent="0" lvl="0" marL="0" marR="0" rtl="0" algn="l">
              <a:lnSpc>
                <a:spcPct val="100000"/>
              </a:lnSpc>
              <a:spcBef>
                <a:spcPts val="0"/>
              </a:spcBef>
              <a:spcAft>
                <a:spcPts val="0"/>
              </a:spcAft>
              <a:buNone/>
            </a:pPr>
            <a:r>
              <a:rPr b="0" i="0" lang="ru" sz="1400" u="none" cap="none" strike="noStrike">
                <a:solidFill>
                  <a:srgbClr val="000000"/>
                </a:solidFill>
                <a:latin typeface="Arial"/>
                <a:ea typeface="Arial"/>
                <a:cs typeface="Arial"/>
                <a:sym typeface="Arial"/>
              </a:rPr>
              <a:t>https://github.com/mwaskom/seaborn-data/blob/master/penguins.csv</a:t>
            </a:r>
            <a:endParaRPr b="0" i="0" sz="1400" u="none" cap="none" strike="noStrike">
              <a:solidFill>
                <a:srgbClr val="000000"/>
              </a:solidFill>
              <a:latin typeface="Arial"/>
              <a:ea typeface="Arial"/>
              <a:cs typeface="Arial"/>
              <a:sym typeface="Arial"/>
            </a:endParaRPr>
          </a:p>
        </p:txBody>
      </p:sp>
      <p:sp>
        <p:nvSpPr>
          <p:cNvPr id="379" name="Google Shape;379;p25"/>
          <p:cNvSpPr/>
          <p:nvPr/>
        </p:nvSpPr>
        <p:spPr>
          <a:xfrm>
            <a:off x="117360" y="1371240"/>
            <a:ext cx="8293680" cy="395640"/>
          </a:xfrm>
          <a:prstGeom prst="rect">
            <a:avLst/>
          </a:prstGeom>
          <a:noFill/>
          <a:ln>
            <a:noFill/>
          </a:ln>
        </p:spPr>
        <p:txBody>
          <a:bodyPr anchorCtr="0" anchor="t" bIns="91425" lIns="90000" spcFirstLastPara="1" rIns="90000" wrap="square" tIns="91425">
            <a:spAutoFit/>
          </a:bodyPr>
          <a:lstStyle/>
          <a:p>
            <a:pPr indent="0" lvl="0" marL="0" marR="0" rtl="0" algn="l">
              <a:lnSpc>
                <a:spcPct val="100000"/>
              </a:lnSpc>
              <a:spcBef>
                <a:spcPts val="0"/>
              </a:spcBef>
              <a:spcAft>
                <a:spcPts val="0"/>
              </a:spcAft>
              <a:buNone/>
            </a:pPr>
            <a:r>
              <a:rPr b="0" i="0" lang="ru" sz="1400" u="none" cap="none" strike="noStrike">
                <a:solidFill>
                  <a:srgbClr val="000000"/>
                </a:solidFill>
                <a:latin typeface="Arial"/>
                <a:ea typeface="Arial"/>
                <a:cs typeface="Arial"/>
                <a:sym typeface="Arial"/>
              </a:rPr>
              <a:t>Load database from Github repository into the Matlab directory or add the path of the folder with file</a:t>
            </a:r>
            <a:endParaRPr b="0" i="0" sz="1400" u="none" cap="none" strike="noStrike">
              <a:solidFill>
                <a:srgbClr val="000000"/>
              </a:solidFill>
              <a:latin typeface="Arial"/>
              <a:ea typeface="Arial"/>
              <a:cs typeface="Arial"/>
              <a:sym typeface="Arial"/>
            </a:endParaRPr>
          </a:p>
        </p:txBody>
      </p:sp>
      <p:pic>
        <p:nvPicPr>
          <p:cNvPr id="380" name="Google Shape;380;p25"/>
          <p:cNvPicPr preferRelativeResize="0"/>
          <p:nvPr/>
        </p:nvPicPr>
        <p:blipFill rotWithShape="1">
          <a:blip r:embed="rId4">
            <a:alphaModFix/>
          </a:blip>
          <a:srcRect b="0" l="0" r="0" t="0"/>
          <a:stretch/>
        </p:blipFill>
        <p:spPr>
          <a:xfrm>
            <a:off x="8705880" y="0"/>
            <a:ext cx="437400" cy="38988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26"/>
          <p:cNvSpPr txBox="1"/>
          <p:nvPr>
            <p:ph idx="4294967295" type="title"/>
          </p:nvPr>
        </p:nvSpPr>
        <p:spPr>
          <a:xfrm>
            <a:off x="311760" y="444960"/>
            <a:ext cx="8519760" cy="572040"/>
          </a:xfrm>
          <a:prstGeom prst="rect">
            <a:avLst/>
          </a:prstGeom>
          <a:noFill/>
          <a:ln>
            <a:noFill/>
          </a:ln>
        </p:spPr>
        <p:txBody>
          <a:bodyPr anchorCtr="0" anchor="t" bIns="91425" lIns="0" spcFirstLastPara="1" rIns="0" wrap="square" tIns="91425">
            <a:normAutofit fontScale="93000"/>
          </a:bodyPr>
          <a:lstStyle/>
          <a:p>
            <a:pPr indent="0" lvl="0" marL="0" marR="0" rtl="0" algn="l">
              <a:lnSpc>
                <a:spcPct val="100000"/>
              </a:lnSpc>
              <a:spcBef>
                <a:spcPts val="0"/>
              </a:spcBef>
              <a:spcAft>
                <a:spcPts val="0"/>
              </a:spcAft>
              <a:buClr>
                <a:schemeClr val="dk1"/>
              </a:buClr>
              <a:buSzPct val="100000"/>
              <a:buFont typeface="Arial"/>
              <a:buNone/>
            </a:pPr>
            <a:r>
              <a:rPr b="0" i="0" lang="ru" sz="2800" u="none" cap="none" strike="noStrike">
                <a:solidFill>
                  <a:schemeClr val="dk1"/>
                </a:solidFill>
                <a:latin typeface="Arial"/>
                <a:ea typeface="Arial"/>
                <a:cs typeface="Arial"/>
                <a:sym typeface="Arial"/>
              </a:rPr>
              <a:t>Load and clean data</a:t>
            </a:r>
            <a:endParaRPr b="0" i="0" sz="2800" u="none" cap="none" strike="noStrike">
              <a:solidFill>
                <a:srgbClr val="000000"/>
              </a:solidFill>
              <a:latin typeface="Arial"/>
              <a:ea typeface="Arial"/>
              <a:cs typeface="Arial"/>
              <a:sym typeface="Arial"/>
            </a:endParaRPr>
          </a:p>
        </p:txBody>
      </p:sp>
      <p:pic>
        <p:nvPicPr>
          <p:cNvPr id="386" name="Google Shape;386;p26"/>
          <p:cNvPicPr preferRelativeResize="0"/>
          <p:nvPr/>
        </p:nvPicPr>
        <p:blipFill rotWithShape="1">
          <a:blip r:embed="rId3">
            <a:alphaModFix/>
          </a:blip>
          <a:srcRect b="0" l="0" r="0" t="0"/>
          <a:stretch/>
        </p:blipFill>
        <p:spPr>
          <a:xfrm>
            <a:off x="152280" y="1170000"/>
            <a:ext cx="5857200" cy="437400"/>
          </a:xfrm>
          <a:prstGeom prst="rect">
            <a:avLst/>
          </a:prstGeom>
          <a:noFill/>
          <a:ln>
            <a:noFill/>
          </a:ln>
        </p:spPr>
      </p:pic>
      <p:pic>
        <p:nvPicPr>
          <p:cNvPr id="387" name="Google Shape;387;p26"/>
          <p:cNvPicPr preferRelativeResize="0"/>
          <p:nvPr/>
        </p:nvPicPr>
        <p:blipFill rotWithShape="1">
          <a:blip r:embed="rId4">
            <a:alphaModFix/>
          </a:blip>
          <a:srcRect b="0" l="0" r="0" t="0"/>
          <a:stretch/>
        </p:blipFill>
        <p:spPr>
          <a:xfrm>
            <a:off x="210600" y="1684440"/>
            <a:ext cx="5885640" cy="570960"/>
          </a:xfrm>
          <a:prstGeom prst="rect">
            <a:avLst/>
          </a:prstGeom>
          <a:noFill/>
          <a:ln>
            <a:noFill/>
          </a:ln>
        </p:spPr>
      </p:pic>
      <p:pic>
        <p:nvPicPr>
          <p:cNvPr id="388" name="Google Shape;388;p26"/>
          <p:cNvPicPr preferRelativeResize="0"/>
          <p:nvPr/>
        </p:nvPicPr>
        <p:blipFill rotWithShape="1">
          <a:blip r:embed="rId5">
            <a:alphaModFix/>
          </a:blip>
          <a:srcRect b="0" l="0" r="0" t="0"/>
          <a:stretch/>
        </p:blipFill>
        <p:spPr>
          <a:xfrm>
            <a:off x="304920" y="2332080"/>
            <a:ext cx="5495040" cy="589680"/>
          </a:xfrm>
          <a:prstGeom prst="rect">
            <a:avLst/>
          </a:prstGeom>
          <a:noFill/>
          <a:ln>
            <a:noFill/>
          </a:ln>
        </p:spPr>
      </p:pic>
      <p:pic>
        <p:nvPicPr>
          <p:cNvPr id="389" name="Google Shape;389;p26"/>
          <p:cNvPicPr preferRelativeResize="0"/>
          <p:nvPr/>
        </p:nvPicPr>
        <p:blipFill rotWithShape="1">
          <a:blip r:embed="rId6">
            <a:alphaModFix/>
          </a:blip>
          <a:srcRect b="0" l="0" r="0" t="0"/>
          <a:stretch/>
        </p:blipFill>
        <p:spPr>
          <a:xfrm>
            <a:off x="152280" y="3075120"/>
            <a:ext cx="5523840" cy="799560"/>
          </a:xfrm>
          <a:prstGeom prst="rect">
            <a:avLst/>
          </a:prstGeom>
          <a:noFill/>
          <a:ln>
            <a:noFill/>
          </a:ln>
        </p:spPr>
      </p:pic>
      <p:pic>
        <p:nvPicPr>
          <p:cNvPr id="390" name="Google Shape;390;p26"/>
          <p:cNvPicPr preferRelativeResize="0"/>
          <p:nvPr/>
        </p:nvPicPr>
        <p:blipFill rotWithShape="1">
          <a:blip r:embed="rId5">
            <a:alphaModFix/>
          </a:blip>
          <a:srcRect b="0" l="0" r="0" t="0"/>
          <a:stretch/>
        </p:blipFill>
        <p:spPr>
          <a:xfrm>
            <a:off x="304920" y="4008600"/>
            <a:ext cx="5495040" cy="589680"/>
          </a:xfrm>
          <a:prstGeom prst="rect">
            <a:avLst/>
          </a:prstGeom>
          <a:noFill/>
          <a:ln>
            <a:noFill/>
          </a:ln>
        </p:spPr>
      </p:pic>
      <p:pic>
        <p:nvPicPr>
          <p:cNvPr id="391" name="Google Shape;391;p26"/>
          <p:cNvPicPr preferRelativeResize="0"/>
          <p:nvPr/>
        </p:nvPicPr>
        <p:blipFill rotWithShape="1">
          <a:blip r:embed="rId7">
            <a:alphaModFix/>
          </a:blip>
          <a:srcRect b="0" l="0" r="0" t="0"/>
          <a:stretch/>
        </p:blipFill>
        <p:spPr>
          <a:xfrm>
            <a:off x="304920" y="4648680"/>
            <a:ext cx="4530960" cy="341640"/>
          </a:xfrm>
          <a:prstGeom prst="rect">
            <a:avLst/>
          </a:prstGeom>
          <a:noFill/>
          <a:ln>
            <a:noFill/>
          </a:ln>
        </p:spPr>
      </p:pic>
      <p:pic>
        <p:nvPicPr>
          <p:cNvPr id="392" name="Google Shape;392;p26"/>
          <p:cNvPicPr preferRelativeResize="0"/>
          <p:nvPr/>
        </p:nvPicPr>
        <p:blipFill rotWithShape="1">
          <a:blip r:embed="rId8">
            <a:alphaModFix/>
          </a:blip>
          <a:srcRect b="0" l="0" r="0" t="0"/>
          <a:stretch/>
        </p:blipFill>
        <p:spPr>
          <a:xfrm>
            <a:off x="6249600" y="1170000"/>
            <a:ext cx="2723400" cy="1199520"/>
          </a:xfrm>
          <a:prstGeom prst="rect">
            <a:avLst/>
          </a:prstGeom>
          <a:noFill/>
          <a:ln>
            <a:noFill/>
          </a:ln>
        </p:spPr>
      </p:pic>
      <p:pic>
        <p:nvPicPr>
          <p:cNvPr id="393" name="Google Shape;393;p26"/>
          <p:cNvPicPr preferRelativeResize="0"/>
          <p:nvPr/>
        </p:nvPicPr>
        <p:blipFill rotWithShape="1">
          <a:blip r:embed="rId9">
            <a:alphaModFix/>
          </a:blip>
          <a:srcRect b="0" l="0" r="0" t="0"/>
          <a:stretch/>
        </p:blipFill>
        <p:spPr>
          <a:xfrm>
            <a:off x="8705880" y="0"/>
            <a:ext cx="437400" cy="38988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g3d54d852394_0_17"/>
          <p:cNvSpPr txBox="1"/>
          <p:nvPr>
            <p:ph idx="4294967295" type="title"/>
          </p:nvPr>
        </p:nvSpPr>
        <p:spPr>
          <a:xfrm>
            <a:off x="311760" y="444960"/>
            <a:ext cx="8519700" cy="572100"/>
          </a:xfrm>
          <a:prstGeom prst="rect">
            <a:avLst/>
          </a:prstGeom>
          <a:noFill/>
          <a:ln>
            <a:noFill/>
          </a:ln>
        </p:spPr>
        <p:txBody>
          <a:bodyPr anchorCtr="0" anchor="t" bIns="91425" lIns="0" spcFirstLastPara="1" rIns="0" wrap="square" tIns="91425">
            <a:normAutofit fontScale="90000"/>
          </a:bodyPr>
          <a:lstStyle/>
          <a:p>
            <a:pPr indent="0" lvl="0" marL="0" marR="0" rtl="0" algn="l">
              <a:lnSpc>
                <a:spcPct val="100000"/>
              </a:lnSpc>
              <a:spcBef>
                <a:spcPts val="0"/>
              </a:spcBef>
              <a:spcAft>
                <a:spcPts val="0"/>
              </a:spcAft>
              <a:buClr>
                <a:schemeClr val="dk1"/>
              </a:buClr>
              <a:buSzPct val="100000"/>
              <a:buFont typeface="Arial"/>
              <a:buNone/>
            </a:pPr>
            <a:r>
              <a:rPr lang="ru" sz="2800">
                <a:solidFill>
                  <a:schemeClr val="dk1"/>
                </a:solidFill>
              </a:rPr>
              <a:t>Fast description stats of the variabels</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27"/>
          <p:cNvSpPr txBox="1"/>
          <p:nvPr>
            <p:ph idx="4294967295" type="title"/>
          </p:nvPr>
        </p:nvSpPr>
        <p:spPr>
          <a:xfrm>
            <a:off x="311760" y="444960"/>
            <a:ext cx="8519760" cy="572040"/>
          </a:xfrm>
          <a:prstGeom prst="rect">
            <a:avLst/>
          </a:prstGeom>
          <a:noFill/>
          <a:ln>
            <a:noFill/>
          </a:ln>
        </p:spPr>
        <p:txBody>
          <a:bodyPr anchorCtr="0" anchor="t" bIns="91425" lIns="0" spcFirstLastPara="1" rIns="0" wrap="square" tIns="91425">
            <a:normAutofit fontScale="93000"/>
          </a:bodyPr>
          <a:lstStyle/>
          <a:p>
            <a:pPr indent="0" lvl="0" marL="0" marR="0" rtl="0" algn="l">
              <a:lnSpc>
                <a:spcPct val="100000"/>
              </a:lnSpc>
              <a:spcBef>
                <a:spcPts val="0"/>
              </a:spcBef>
              <a:spcAft>
                <a:spcPts val="0"/>
              </a:spcAft>
              <a:buClr>
                <a:schemeClr val="dk1"/>
              </a:buClr>
              <a:buSzPct val="100000"/>
              <a:buFont typeface="Arial"/>
              <a:buNone/>
            </a:pPr>
            <a:r>
              <a:rPr b="0" i="0" lang="ru" sz="2800" u="none" cap="none" strike="noStrike">
                <a:solidFill>
                  <a:schemeClr val="dk1"/>
                </a:solidFill>
                <a:latin typeface="Arial"/>
                <a:ea typeface="Arial"/>
                <a:cs typeface="Arial"/>
                <a:sym typeface="Arial"/>
              </a:rPr>
              <a:t>Use an App to do the cleaning</a:t>
            </a:r>
            <a:endParaRPr b="0" i="0" sz="2800" u="none" cap="none" strike="noStrike">
              <a:solidFill>
                <a:srgbClr val="000000"/>
              </a:solidFill>
              <a:latin typeface="Arial"/>
              <a:ea typeface="Arial"/>
              <a:cs typeface="Arial"/>
              <a:sym typeface="Arial"/>
            </a:endParaRPr>
          </a:p>
        </p:txBody>
      </p:sp>
      <p:pic>
        <p:nvPicPr>
          <p:cNvPr id="405" name="Google Shape;405;p27"/>
          <p:cNvPicPr preferRelativeResize="0"/>
          <p:nvPr/>
        </p:nvPicPr>
        <p:blipFill rotWithShape="1">
          <a:blip r:embed="rId3">
            <a:alphaModFix/>
          </a:blip>
          <a:srcRect b="0" l="0" r="0" t="0"/>
          <a:stretch/>
        </p:blipFill>
        <p:spPr>
          <a:xfrm>
            <a:off x="77400" y="1100880"/>
            <a:ext cx="8838360" cy="3789720"/>
          </a:xfrm>
          <a:prstGeom prst="rect">
            <a:avLst/>
          </a:prstGeom>
          <a:noFill/>
          <a:ln>
            <a:noFill/>
          </a:ln>
        </p:spPr>
      </p:pic>
      <p:cxnSp>
        <p:nvCxnSpPr>
          <p:cNvPr id="406" name="Google Shape;406;p27"/>
          <p:cNvCxnSpPr/>
          <p:nvPr/>
        </p:nvCxnSpPr>
        <p:spPr>
          <a:xfrm flipH="1">
            <a:off x="4772520" y="1100880"/>
            <a:ext cx="608760" cy="708480"/>
          </a:xfrm>
          <a:prstGeom prst="straightConnector1">
            <a:avLst/>
          </a:prstGeom>
          <a:noFill/>
          <a:ln cap="flat" cmpd="sng" w="9525">
            <a:solidFill>
              <a:srgbClr val="595959"/>
            </a:solidFill>
            <a:prstDash val="solid"/>
            <a:round/>
            <a:headEnd len="sm" w="sm" type="none"/>
            <a:tailEnd len="med" w="med" type="triangle"/>
          </a:ln>
        </p:spPr>
      </p:cxnSp>
      <p:pic>
        <p:nvPicPr>
          <p:cNvPr id="407" name="Google Shape;407;p27"/>
          <p:cNvPicPr preferRelativeResize="0"/>
          <p:nvPr/>
        </p:nvPicPr>
        <p:blipFill rotWithShape="1">
          <a:blip r:embed="rId4">
            <a:alphaModFix/>
          </a:blip>
          <a:srcRect b="0" l="0" r="0" t="0"/>
          <a:stretch/>
        </p:blipFill>
        <p:spPr>
          <a:xfrm>
            <a:off x="8705880" y="0"/>
            <a:ext cx="437400" cy="38988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28"/>
          <p:cNvSpPr txBox="1"/>
          <p:nvPr>
            <p:ph idx="4294967295" type="title"/>
          </p:nvPr>
        </p:nvSpPr>
        <p:spPr>
          <a:xfrm>
            <a:off x="311760" y="444960"/>
            <a:ext cx="8519760" cy="572040"/>
          </a:xfrm>
          <a:prstGeom prst="rect">
            <a:avLst/>
          </a:prstGeom>
          <a:noFill/>
          <a:ln>
            <a:noFill/>
          </a:ln>
        </p:spPr>
        <p:txBody>
          <a:bodyPr anchorCtr="0" anchor="t" bIns="91425" lIns="0" spcFirstLastPara="1" rIns="0" wrap="square" tIns="91425">
            <a:normAutofit fontScale="93000"/>
          </a:bodyPr>
          <a:lstStyle/>
          <a:p>
            <a:pPr indent="0" lvl="0" marL="0" marR="0" rtl="0" algn="l">
              <a:lnSpc>
                <a:spcPct val="100000"/>
              </a:lnSpc>
              <a:spcBef>
                <a:spcPts val="0"/>
              </a:spcBef>
              <a:spcAft>
                <a:spcPts val="0"/>
              </a:spcAft>
              <a:buClr>
                <a:schemeClr val="dk1"/>
              </a:buClr>
              <a:buSzPct val="100000"/>
              <a:buFont typeface="Arial"/>
              <a:buNone/>
            </a:pPr>
            <a:r>
              <a:rPr b="0" i="0" lang="ru" sz="2800" u="none" cap="none" strike="noStrike">
                <a:solidFill>
                  <a:schemeClr val="dk1"/>
                </a:solidFill>
                <a:latin typeface="Arial"/>
                <a:ea typeface="Arial"/>
                <a:cs typeface="Arial"/>
                <a:sym typeface="Arial"/>
              </a:rPr>
              <a:t>Visualize the distribution of your data</a:t>
            </a:r>
            <a:endParaRPr b="0" i="0" sz="2800" u="none" cap="none" strike="noStrike">
              <a:solidFill>
                <a:srgbClr val="000000"/>
              </a:solidFill>
              <a:latin typeface="Arial"/>
              <a:ea typeface="Arial"/>
              <a:cs typeface="Arial"/>
              <a:sym typeface="Arial"/>
            </a:endParaRPr>
          </a:p>
        </p:txBody>
      </p:sp>
      <p:pic>
        <p:nvPicPr>
          <p:cNvPr id="413" name="Google Shape;413;p28"/>
          <p:cNvPicPr preferRelativeResize="0"/>
          <p:nvPr/>
        </p:nvPicPr>
        <p:blipFill rotWithShape="1">
          <a:blip r:embed="rId3">
            <a:alphaModFix/>
          </a:blip>
          <a:srcRect b="0" l="0" r="0" t="0"/>
          <a:stretch/>
        </p:blipFill>
        <p:spPr>
          <a:xfrm>
            <a:off x="152280" y="1170000"/>
            <a:ext cx="2694960" cy="637560"/>
          </a:xfrm>
          <a:prstGeom prst="rect">
            <a:avLst/>
          </a:prstGeom>
          <a:noFill/>
          <a:ln>
            <a:noFill/>
          </a:ln>
        </p:spPr>
      </p:pic>
      <p:pic>
        <p:nvPicPr>
          <p:cNvPr id="414" name="Google Shape;414;p28"/>
          <p:cNvPicPr preferRelativeResize="0"/>
          <p:nvPr/>
        </p:nvPicPr>
        <p:blipFill rotWithShape="1">
          <a:blip r:embed="rId4">
            <a:alphaModFix/>
          </a:blip>
          <a:srcRect b="0" l="0" r="0" t="0"/>
          <a:stretch/>
        </p:blipFill>
        <p:spPr>
          <a:xfrm>
            <a:off x="152280" y="1704960"/>
            <a:ext cx="7800120" cy="866160"/>
          </a:xfrm>
          <a:prstGeom prst="rect">
            <a:avLst/>
          </a:prstGeom>
          <a:noFill/>
          <a:ln>
            <a:noFill/>
          </a:ln>
        </p:spPr>
      </p:pic>
      <p:pic>
        <p:nvPicPr>
          <p:cNvPr id="415" name="Google Shape;415;p28"/>
          <p:cNvPicPr preferRelativeResize="0"/>
          <p:nvPr/>
        </p:nvPicPr>
        <p:blipFill rotWithShape="1">
          <a:blip r:embed="rId5">
            <a:alphaModFix/>
          </a:blip>
          <a:srcRect b="0" l="0" r="0" t="0"/>
          <a:stretch/>
        </p:blipFill>
        <p:spPr>
          <a:xfrm>
            <a:off x="311760" y="2640960"/>
            <a:ext cx="3142440" cy="2266200"/>
          </a:xfrm>
          <a:prstGeom prst="rect">
            <a:avLst/>
          </a:prstGeom>
          <a:noFill/>
          <a:ln>
            <a:noFill/>
          </a:ln>
        </p:spPr>
      </p:pic>
      <p:pic>
        <p:nvPicPr>
          <p:cNvPr id="416" name="Google Shape;416;p28"/>
          <p:cNvPicPr preferRelativeResize="0"/>
          <p:nvPr/>
        </p:nvPicPr>
        <p:blipFill rotWithShape="1">
          <a:blip r:embed="rId6">
            <a:alphaModFix/>
          </a:blip>
          <a:srcRect b="0" l="0" r="0" t="0"/>
          <a:stretch/>
        </p:blipFill>
        <p:spPr>
          <a:xfrm>
            <a:off x="3607560" y="2724120"/>
            <a:ext cx="5171400" cy="980280"/>
          </a:xfrm>
          <a:prstGeom prst="rect">
            <a:avLst/>
          </a:prstGeom>
          <a:noFill/>
          <a:ln>
            <a:noFill/>
          </a:ln>
        </p:spPr>
      </p:pic>
      <p:pic>
        <p:nvPicPr>
          <p:cNvPr id="417" name="Google Shape;417;p28"/>
          <p:cNvPicPr preferRelativeResize="0"/>
          <p:nvPr/>
        </p:nvPicPr>
        <p:blipFill rotWithShape="1">
          <a:blip r:embed="rId7">
            <a:alphaModFix/>
          </a:blip>
          <a:srcRect b="0" l="0" r="0" t="0"/>
          <a:stretch/>
        </p:blipFill>
        <p:spPr>
          <a:xfrm>
            <a:off x="8705880" y="0"/>
            <a:ext cx="437400" cy="38988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29"/>
          <p:cNvSpPr txBox="1"/>
          <p:nvPr>
            <p:ph idx="4294967295" type="title"/>
          </p:nvPr>
        </p:nvSpPr>
        <p:spPr>
          <a:xfrm>
            <a:off x="311760" y="444960"/>
            <a:ext cx="8519760" cy="572040"/>
          </a:xfrm>
          <a:prstGeom prst="rect">
            <a:avLst/>
          </a:prstGeom>
          <a:noFill/>
          <a:ln>
            <a:noFill/>
          </a:ln>
        </p:spPr>
        <p:txBody>
          <a:bodyPr anchorCtr="0" anchor="t" bIns="91425" lIns="0" spcFirstLastPara="1" rIns="0" wrap="square" tIns="91425">
            <a:normAutofit fontScale="93000"/>
          </a:bodyPr>
          <a:lstStyle/>
          <a:p>
            <a:pPr indent="0" lvl="0" marL="0" marR="0" rtl="0" algn="l">
              <a:lnSpc>
                <a:spcPct val="100000"/>
              </a:lnSpc>
              <a:spcBef>
                <a:spcPts val="0"/>
              </a:spcBef>
              <a:spcAft>
                <a:spcPts val="0"/>
              </a:spcAft>
              <a:buClr>
                <a:schemeClr val="dk1"/>
              </a:buClr>
              <a:buSzPct val="100000"/>
              <a:buFont typeface="Arial"/>
              <a:buNone/>
            </a:pPr>
            <a:r>
              <a:rPr b="0" i="0" lang="ru" sz="2800" u="none" cap="none" strike="noStrike">
                <a:solidFill>
                  <a:schemeClr val="dk1"/>
                </a:solidFill>
                <a:latin typeface="Arial"/>
                <a:ea typeface="Arial"/>
                <a:cs typeface="Arial"/>
                <a:sym typeface="Arial"/>
              </a:rPr>
              <a:t>Visualize the data</a:t>
            </a:r>
            <a:endParaRPr b="0" i="0" sz="2800" u="none" cap="none" strike="noStrike">
              <a:solidFill>
                <a:srgbClr val="000000"/>
              </a:solidFill>
              <a:latin typeface="Arial"/>
              <a:ea typeface="Arial"/>
              <a:cs typeface="Arial"/>
              <a:sym typeface="Arial"/>
            </a:endParaRPr>
          </a:p>
        </p:txBody>
      </p:sp>
      <p:pic>
        <p:nvPicPr>
          <p:cNvPr id="423" name="Google Shape;423;p29"/>
          <p:cNvPicPr preferRelativeResize="0"/>
          <p:nvPr/>
        </p:nvPicPr>
        <p:blipFill rotWithShape="1">
          <a:blip r:embed="rId3">
            <a:alphaModFix/>
          </a:blip>
          <a:srcRect b="0" l="0" r="0" t="0"/>
          <a:stretch/>
        </p:blipFill>
        <p:spPr>
          <a:xfrm>
            <a:off x="152280" y="1170000"/>
            <a:ext cx="6590520" cy="1666080"/>
          </a:xfrm>
          <a:prstGeom prst="rect">
            <a:avLst/>
          </a:prstGeom>
          <a:noFill/>
          <a:ln>
            <a:noFill/>
          </a:ln>
        </p:spPr>
      </p:pic>
      <p:pic>
        <p:nvPicPr>
          <p:cNvPr id="424" name="Google Shape;424;p29"/>
          <p:cNvPicPr preferRelativeResize="0"/>
          <p:nvPr/>
        </p:nvPicPr>
        <p:blipFill rotWithShape="1">
          <a:blip r:embed="rId4">
            <a:alphaModFix/>
          </a:blip>
          <a:srcRect b="0" l="0" r="0" t="0"/>
          <a:stretch/>
        </p:blipFill>
        <p:spPr>
          <a:xfrm>
            <a:off x="5370120" y="2078640"/>
            <a:ext cx="3662280" cy="2956680"/>
          </a:xfrm>
          <a:prstGeom prst="rect">
            <a:avLst/>
          </a:prstGeom>
          <a:noFill/>
          <a:ln>
            <a:noFill/>
          </a:ln>
        </p:spPr>
      </p:pic>
      <p:sp>
        <p:nvSpPr>
          <p:cNvPr id="425" name="Google Shape;425;p29"/>
          <p:cNvSpPr/>
          <p:nvPr/>
        </p:nvSpPr>
        <p:spPr>
          <a:xfrm>
            <a:off x="249840" y="2989440"/>
            <a:ext cx="4597200" cy="684720"/>
          </a:xfrm>
          <a:prstGeom prst="rect">
            <a:avLst/>
          </a:prstGeom>
          <a:noFill/>
          <a:ln>
            <a:noFill/>
          </a:ln>
        </p:spPr>
        <p:txBody>
          <a:bodyPr anchorCtr="0" anchor="t" bIns="91425" lIns="90000" spcFirstLastPara="1" rIns="90000" wrap="square" tIns="91425">
            <a:spAutoFit/>
          </a:bodyPr>
          <a:lstStyle/>
          <a:p>
            <a:pPr indent="0" lvl="0" marL="0" marR="0" rtl="0" algn="l">
              <a:lnSpc>
                <a:spcPct val="100000"/>
              </a:lnSpc>
              <a:spcBef>
                <a:spcPts val="0"/>
              </a:spcBef>
              <a:spcAft>
                <a:spcPts val="0"/>
              </a:spcAft>
              <a:buNone/>
            </a:pPr>
            <a:r>
              <a:rPr b="0" i="0" lang="ru" sz="1100" u="none" cap="none" strike="noStrike">
                <a:solidFill>
                  <a:schemeClr val="dk1"/>
                </a:solidFill>
                <a:latin typeface="Arial"/>
                <a:ea typeface="Arial"/>
                <a:cs typeface="Arial"/>
                <a:sym typeface="Arial"/>
              </a:rPr>
              <a:t>The </a:t>
            </a:r>
            <a:r>
              <a:rPr b="0" i="0" lang="ru" sz="1100" u="none" cap="none" strike="noStrike">
                <a:solidFill>
                  <a:srgbClr val="188038"/>
                </a:solidFill>
                <a:latin typeface="Roboto Mono"/>
                <a:ea typeface="Roboto Mono"/>
                <a:cs typeface="Roboto Mono"/>
                <a:sym typeface="Roboto Mono"/>
              </a:rPr>
              <a:t>SeriesIndex</a:t>
            </a:r>
            <a:r>
              <a:rPr b="0" i="0" lang="ru" sz="1100" u="none" cap="none" strike="noStrike">
                <a:solidFill>
                  <a:schemeClr val="dk1"/>
                </a:solidFill>
                <a:latin typeface="Arial"/>
                <a:ea typeface="Arial"/>
                <a:cs typeface="Arial"/>
                <a:sym typeface="Arial"/>
              </a:rPr>
              <a:t> property automatically assigns colors, line styles, and markers to different data series plotted on the same axes based on MATLAB's default or current color order and style order settings.</a:t>
            </a:r>
            <a:endParaRPr b="0" i="0" sz="1100" u="none" cap="none" strike="noStrike">
              <a:solidFill>
                <a:srgbClr val="000000"/>
              </a:solidFill>
              <a:latin typeface="Arial"/>
              <a:ea typeface="Arial"/>
              <a:cs typeface="Arial"/>
              <a:sym typeface="Arial"/>
            </a:endParaRPr>
          </a:p>
        </p:txBody>
      </p:sp>
      <p:pic>
        <p:nvPicPr>
          <p:cNvPr id="426" name="Google Shape;426;p29"/>
          <p:cNvPicPr preferRelativeResize="0"/>
          <p:nvPr/>
        </p:nvPicPr>
        <p:blipFill rotWithShape="1">
          <a:blip r:embed="rId5">
            <a:alphaModFix/>
          </a:blip>
          <a:srcRect b="0" l="0" r="0" t="0"/>
          <a:stretch/>
        </p:blipFill>
        <p:spPr>
          <a:xfrm>
            <a:off x="8705880" y="0"/>
            <a:ext cx="437400" cy="38988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30"/>
          <p:cNvSpPr txBox="1"/>
          <p:nvPr>
            <p:ph idx="4294967295" type="title"/>
          </p:nvPr>
        </p:nvSpPr>
        <p:spPr>
          <a:xfrm>
            <a:off x="311760" y="444960"/>
            <a:ext cx="8519760" cy="572040"/>
          </a:xfrm>
          <a:prstGeom prst="rect">
            <a:avLst/>
          </a:prstGeom>
          <a:noFill/>
          <a:ln>
            <a:noFill/>
          </a:ln>
        </p:spPr>
        <p:txBody>
          <a:bodyPr anchorCtr="0" anchor="t" bIns="91425" lIns="0" spcFirstLastPara="1" rIns="0" wrap="square" tIns="91425">
            <a:normAutofit fontScale="93000"/>
          </a:bodyPr>
          <a:lstStyle/>
          <a:p>
            <a:pPr indent="0" lvl="0" marL="0" marR="0" rtl="0" algn="l">
              <a:lnSpc>
                <a:spcPct val="100000"/>
              </a:lnSpc>
              <a:spcBef>
                <a:spcPts val="0"/>
              </a:spcBef>
              <a:spcAft>
                <a:spcPts val="0"/>
              </a:spcAft>
              <a:buClr>
                <a:schemeClr val="dk1"/>
              </a:buClr>
              <a:buSzPct val="100000"/>
              <a:buFont typeface="Arial"/>
              <a:buNone/>
            </a:pPr>
            <a:r>
              <a:rPr b="0" i="0" lang="ru" sz="2800" u="none" cap="none" strike="noStrike">
                <a:solidFill>
                  <a:schemeClr val="dk1"/>
                </a:solidFill>
                <a:latin typeface="Arial"/>
                <a:ea typeface="Arial"/>
                <a:cs typeface="Arial"/>
                <a:sym typeface="Arial"/>
              </a:rPr>
              <a:t>I prefer boxplots</a:t>
            </a:r>
            <a:endParaRPr b="0" i="0" sz="2800" u="none" cap="none" strike="noStrike">
              <a:solidFill>
                <a:srgbClr val="000000"/>
              </a:solidFill>
              <a:latin typeface="Arial"/>
              <a:ea typeface="Arial"/>
              <a:cs typeface="Arial"/>
              <a:sym typeface="Arial"/>
            </a:endParaRPr>
          </a:p>
        </p:txBody>
      </p:sp>
      <p:pic>
        <p:nvPicPr>
          <p:cNvPr id="432" name="Google Shape;432;p30"/>
          <p:cNvPicPr preferRelativeResize="0"/>
          <p:nvPr/>
        </p:nvPicPr>
        <p:blipFill rotWithShape="1">
          <a:blip r:embed="rId3">
            <a:alphaModFix/>
          </a:blip>
          <a:srcRect b="0" l="0" r="0" t="0"/>
          <a:stretch/>
        </p:blipFill>
        <p:spPr>
          <a:xfrm>
            <a:off x="152280" y="1170000"/>
            <a:ext cx="4761720" cy="799560"/>
          </a:xfrm>
          <a:prstGeom prst="rect">
            <a:avLst/>
          </a:prstGeom>
          <a:noFill/>
          <a:ln>
            <a:noFill/>
          </a:ln>
        </p:spPr>
      </p:pic>
      <p:pic>
        <p:nvPicPr>
          <p:cNvPr id="433" name="Google Shape;433;p30"/>
          <p:cNvPicPr preferRelativeResize="0"/>
          <p:nvPr/>
        </p:nvPicPr>
        <p:blipFill rotWithShape="1">
          <a:blip r:embed="rId4">
            <a:alphaModFix/>
          </a:blip>
          <a:srcRect b="0" l="0" r="0" t="0"/>
          <a:stretch/>
        </p:blipFill>
        <p:spPr>
          <a:xfrm>
            <a:off x="1060200" y="2122560"/>
            <a:ext cx="4389480" cy="2867760"/>
          </a:xfrm>
          <a:prstGeom prst="rect">
            <a:avLst/>
          </a:prstGeom>
          <a:noFill/>
          <a:ln>
            <a:noFill/>
          </a:ln>
        </p:spPr>
      </p:pic>
      <p:pic>
        <p:nvPicPr>
          <p:cNvPr id="434" name="Google Shape;434;p30"/>
          <p:cNvPicPr preferRelativeResize="0"/>
          <p:nvPr/>
        </p:nvPicPr>
        <p:blipFill rotWithShape="1">
          <a:blip r:embed="rId5">
            <a:alphaModFix/>
          </a:blip>
          <a:srcRect b="0" l="0" r="0" t="0"/>
          <a:stretch/>
        </p:blipFill>
        <p:spPr>
          <a:xfrm>
            <a:off x="8705880" y="0"/>
            <a:ext cx="437400" cy="38988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31"/>
          <p:cNvSpPr txBox="1"/>
          <p:nvPr>
            <p:ph idx="4294967295" type="title"/>
          </p:nvPr>
        </p:nvSpPr>
        <p:spPr>
          <a:xfrm>
            <a:off x="311760" y="444960"/>
            <a:ext cx="8519760" cy="572040"/>
          </a:xfrm>
          <a:prstGeom prst="rect">
            <a:avLst/>
          </a:prstGeom>
          <a:noFill/>
          <a:ln>
            <a:noFill/>
          </a:ln>
        </p:spPr>
        <p:txBody>
          <a:bodyPr anchorCtr="0" anchor="t" bIns="91425" lIns="0" spcFirstLastPara="1" rIns="0" wrap="square" tIns="91425">
            <a:normAutofit fontScale="93000"/>
          </a:bodyPr>
          <a:lstStyle/>
          <a:p>
            <a:pPr indent="0" lvl="0" marL="0" marR="0" rtl="0" algn="l">
              <a:lnSpc>
                <a:spcPct val="100000"/>
              </a:lnSpc>
              <a:spcBef>
                <a:spcPts val="0"/>
              </a:spcBef>
              <a:spcAft>
                <a:spcPts val="0"/>
              </a:spcAft>
              <a:buClr>
                <a:schemeClr val="dk1"/>
              </a:buClr>
              <a:buSzPct val="100000"/>
              <a:buFont typeface="Arial"/>
              <a:buNone/>
            </a:pPr>
            <a:r>
              <a:rPr b="0" i="0" lang="ru" sz="2800" u="none" cap="none" strike="noStrike">
                <a:solidFill>
                  <a:schemeClr val="dk1"/>
                </a:solidFill>
                <a:latin typeface="Arial"/>
                <a:ea typeface="Arial"/>
                <a:cs typeface="Arial"/>
                <a:sym typeface="Arial"/>
              </a:rPr>
              <a:t>Hypothesis testing</a:t>
            </a:r>
            <a:endParaRPr b="0" i="0" sz="2800" u="none" cap="none" strike="noStrike">
              <a:solidFill>
                <a:srgbClr val="000000"/>
              </a:solidFill>
              <a:latin typeface="Arial"/>
              <a:ea typeface="Arial"/>
              <a:cs typeface="Arial"/>
              <a:sym typeface="Arial"/>
            </a:endParaRPr>
          </a:p>
        </p:txBody>
      </p:sp>
      <p:sp>
        <p:nvSpPr>
          <p:cNvPr id="440" name="Google Shape;440;p31"/>
          <p:cNvSpPr/>
          <p:nvPr/>
        </p:nvSpPr>
        <p:spPr>
          <a:xfrm>
            <a:off x="0" y="1143000"/>
            <a:ext cx="7826760" cy="410760"/>
          </a:xfrm>
          <a:prstGeom prst="rect">
            <a:avLst/>
          </a:prstGeom>
          <a:noFill/>
          <a:ln>
            <a:noFill/>
          </a:ln>
        </p:spPr>
        <p:txBody>
          <a:bodyPr anchorCtr="0" anchor="t" bIns="91425" lIns="90000" spcFirstLastPara="1" rIns="90000" wrap="square" tIns="91425">
            <a:spAutoFit/>
          </a:bodyPr>
          <a:lstStyle/>
          <a:p>
            <a:pPr indent="0" lvl="0" marL="0" marR="0" rtl="0" algn="l">
              <a:lnSpc>
                <a:spcPct val="143000"/>
              </a:lnSpc>
              <a:spcBef>
                <a:spcPts val="0"/>
              </a:spcBef>
              <a:spcAft>
                <a:spcPts val="0"/>
              </a:spcAft>
              <a:buNone/>
            </a:pPr>
            <a:r>
              <a:rPr b="1" i="1" lang="ru" sz="1050" u="none" cap="none" strike="noStrike">
                <a:solidFill>
                  <a:schemeClr val="accent2"/>
                </a:solidFill>
                <a:latin typeface="Arial"/>
                <a:ea typeface="Arial"/>
                <a:cs typeface="Arial"/>
                <a:sym typeface="Arial"/>
              </a:rPr>
              <a:t>Hypothesis 1: Male penguins have significantly </a:t>
            </a:r>
            <a:r>
              <a:rPr b="1" i="1" lang="ru" sz="1050" u="sng" cap="none" strike="noStrike">
                <a:solidFill>
                  <a:schemeClr val="accent2"/>
                </a:solidFill>
                <a:latin typeface="Arial"/>
                <a:ea typeface="Arial"/>
                <a:cs typeface="Arial"/>
                <a:sym typeface="Arial"/>
              </a:rPr>
              <a:t>higher</a:t>
            </a:r>
            <a:r>
              <a:rPr b="1" i="1" lang="ru" sz="1050" u="none" cap="none" strike="noStrike">
                <a:solidFill>
                  <a:schemeClr val="accent2"/>
                </a:solidFill>
                <a:latin typeface="Arial"/>
                <a:ea typeface="Arial"/>
                <a:cs typeface="Arial"/>
                <a:sym typeface="Arial"/>
              </a:rPr>
              <a:t> body mass than female penguins.</a:t>
            </a:r>
            <a:endParaRPr b="0" i="0" sz="1050" u="none" cap="none" strike="noStrike">
              <a:solidFill>
                <a:srgbClr val="000000"/>
              </a:solidFill>
              <a:latin typeface="Arial"/>
              <a:ea typeface="Arial"/>
              <a:cs typeface="Arial"/>
              <a:sym typeface="Arial"/>
            </a:endParaRPr>
          </a:p>
        </p:txBody>
      </p:sp>
      <p:pic>
        <p:nvPicPr>
          <p:cNvPr id="441" name="Google Shape;441;p31"/>
          <p:cNvPicPr preferRelativeResize="0"/>
          <p:nvPr/>
        </p:nvPicPr>
        <p:blipFill rotWithShape="1">
          <a:blip r:embed="rId3">
            <a:alphaModFix/>
          </a:blip>
          <a:srcRect b="0" l="0" r="0" t="0"/>
          <a:stretch/>
        </p:blipFill>
        <p:spPr>
          <a:xfrm>
            <a:off x="152280" y="1641600"/>
            <a:ext cx="5504760" cy="618480"/>
          </a:xfrm>
          <a:prstGeom prst="rect">
            <a:avLst/>
          </a:prstGeom>
          <a:noFill/>
          <a:ln>
            <a:noFill/>
          </a:ln>
        </p:spPr>
      </p:pic>
      <p:sp>
        <p:nvSpPr>
          <p:cNvPr id="442" name="Google Shape;442;p31"/>
          <p:cNvSpPr/>
          <p:nvPr/>
        </p:nvSpPr>
        <p:spPr>
          <a:xfrm>
            <a:off x="99000" y="2336400"/>
            <a:ext cx="8669160" cy="2128680"/>
          </a:xfrm>
          <a:prstGeom prst="rect">
            <a:avLst/>
          </a:prstGeom>
          <a:noFill/>
          <a:ln>
            <a:noFill/>
          </a:ln>
        </p:spPr>
        <p:txBody>
          <a:bodyPr anchorCtr="0" anchor="t" bIns="91425" lIns="90000" spcFirstLastPara="1" rIns="90000" wrap="square" tIns="91425">
            <a:spAutoFit/>
          </a:bodyPr>
          <a:lstStyle/>
          <a:p>
            <a:pPr indent="0" lvl="0" marL="0" marR="0" rtl="0" algn="l">
              <a:lnSpc>
                <a:spcPct val="150000"/>
              </a:lnSpc>
              <a:spcBef>
                <a:spcPts val="0"/>
              </a:spcBef>
              <a:spcAft>
                <a:spcPts val="0"/>
              </a:spcAft>
              <a:buNone/>
            </a:pPr>
            <a:r>
              <a:rPr b="1" i="0" lang="ru" sz="1050" u="none" cap="none" strike="noStrike">
                <a:solidFill>
                  <a:schemeClr val="accent2"/>
                </a:solidFill>
                <a:latin typeface="Arial"/>
                <a:ea typeface="Arial"/>
                <a:cs typeface="Arial"/>
                <a:sym typeface="Arial"/>
              </a:rPr>
              <a:t>Initial hypothesis = alternate hypothesis</a:t>
            </a:r>
            <a:r>
              <a:rPr b="0" i="0" lang="ru" sz="1050" u="none" cap="none" strike="noStrike">
                <a:solidFill>
                  <a:schemeClr val="accent2"/>
                </a:solidFill>
                <a:latin typeface="Arial"/>
                <a:ea typeface="Arial"/>
                <a:cs typeface="Arial"/>
                <a:sym typeface="Arial"/>
              </a:rPr>
              <a:t>, which in this case is that:</a:t>
            </a:r>
            <a:endParaRPr b="0" i="0" sz="1050" u="none" cap="none" strike="noStrike">
              <a:solidFill>
                <a:srgbClr val="000000"/>
              </a:solidFill>
              <a:latin typeface="Arial"/>
              <a:ea typeface="Arial"/>
              <a:cs typeface="Arial"/>
              <a:sym typeface="Arial"/>
            </a:endParaRPr>
          </a:p>
          <a:p>
            <a:pPr indent="0" lvl="0" marL="0" marR="0" rtl="0" algn="l">
              <a:lnSpc>
                <a:spcPct val="150000"/>
              </a:lnSpc>
              <a:spcBef>
                <a:spcPts val="799"/>
              </a:spcBef>
              <a:spcAft>
                <a:spcPts val="0"/>
              </a:spcAft>
              <a:buNone/>
            </a:pPr>
            <a:r>
              <a:rPr b="0" i="0" lang="ru" sz="1050" u="none" cap="none" strike="noStrike">
                <a:solidFill>
                  <a:schemeClr val="accent2"/>
                </a:solidFill>
                <a:latin typeface="Arial"/>
                <a:ea typeface="Arial"/>
                <a:cs typeface="Arial"/>
                <a:sym typeface="Arial"/>
              </a:rPr>
              <a:t>males have a significantly higher body mass than females.  </a:t>
            </a:r>
            <a:endParaRPr b="0" i="0" sz="1050" u="none" cap="none" strike="noStrike">
              <a:solidFill>
                <a:srgbClr val="000000"/>
              </a:solidFill>
              <a:latin typeface="Arial"/>
              <a:ea typeface="Arial"/>
              <a:cs typeface="Arial"/>
              <a:sym typeface="Arial"/>
            </a:endParaRPr>
          </a:p>
          <a:p>
            <a:pPr indent="0" lvl="0" marL="0" marR="0" rtl="0" algn="l">
              <a:lnSpc>
                <a:spcPct val="150000"/>
              </a:lnSpc>
              <a:spcBef>
                <a:spcPts val="799"/>
              </a:spcBef>
              <a:spcAft>
                <a:spcPts val="0"/>
              </a:spcAft>
              <a:buNone/>
            </a:pPr>
            <a:r>
              <a:rPr b="1" i="0" lang="ru" sz="1050" u="none" cap="none" strike="noStrike">
                <a:solidFill>
                  <a:schemeClr val="accent2"/>
                </a:solidFill>
                <a:latin typeface="Arial"/>
                <a:ea typeface="Arial"/>
                <a:cs typeface="Arial"/>
                <a:sym typeface="Arial"/>
              </a:rPr>
              <a:t>Null</a:t>
            </a:r>
            <a:r>
              <a:rPr b="0" i="0" lang="ru" sz="1050" u="none" cap="none" strike="noStrike">
                <a:solidFill>
                  <a:schemeClr val="accent2"/>
                </a:solidFill>
                <a:latin typeface="Arial"/>
                <a:ea typeface="Arial"/>
                <a:cs typeface="Arial"/>
                <a:sym typeface="Arial"/>
              </a:rPr>
              <a:t> </a:t>
            </a:r>
            <a:r>
              <a:rPr b="1" i="0" lang="ru" sz="1050" u="none" cap="none" strike="noStrike">
                <a:solidFill>
                  <a:schemeClr val="accent2"/>
                </a:solidFill>
                <a:latin typeface="Arial"/>
                <a:ea typeface="Arial"/>
                <a:cs typeface="Arial"/>
                <a:sym typeface="Arial"/>
              </a:rPr>
              <a:t>hypothesis = </a:t>
            </a:r>
            <a:r>
              <a:rPr b="0" i="0" lang="ru" sz="1050" u="none" cap="none" strike="noStrike">
                <a:solidFill>
                  <a:schemeClr val="accent2"/>
                </a:solidFill>
                <a:latin typeface="Arial"/>
                <a:ea typeface="Arial"/>
                <a:cs typeface="Arial"/>
                <a:sym typeface="Arial"/>
              </a:rPr>
              <a:t>no effect or relationship between the variables you are looking at. In this case, it would say that:</a:t>
            </a:r>
            <a:endParaRPr b="0" i="0" sz="1050" u="none" cap="none" strike="noStrike">
              <a:solidFill>
                <a:srgbClr val="000000"/>
              </a:solidFill>
              <a:latin typeface="Arial"/>
              <a:ea typeface="Arial"/>
              <a:cs typeface="Arial"/>
              <a:sym typeface="Arial"/>
            </a:endParaRPr>
          </a:p>
          <a:p>
            <a:pPr indent="0" lvl="0" marL="0" marR="0" rtl="0" algn="l">
              <a:lnSpc>
                <a:spcPct val="150000"/>
              </a:lnSpc>
              <a:spcBef>
                <a:spcPts val="799"/>
              </a:spcBef>
              <a:spcAft>
                <a:spcPts val="0"/>
              </a:spcAft>
              <a:buNone/>
            </a:pPr>
            <a:r>
              <a:rPr b="0" i="0" lang="ru" sz="1050" u="none" cap="none" strike="noStrike">
                <a:solidFill>
                  <a:schemeClr val="accent2"/>
                </a:solidFill>
                <a:latin typeface="Arial"/>
                <a:ea typeface="Arial"/>
                <a:cs typeface="Arial"/>
                <a:sym typeface="Arial"/>
              </a:rPr>
              <a:t>there is </a:t>
            </a:r>
            <a:r>
              <a:rPr b="0" i="1" lang="ru" sz="1050" u="none" cap="none" strike="noStrike">
                <a:solidFill>
                  <a:schemeClr val="accent2"/>
                </a:solidFill>
                <a:latin typeface="Arial"/>
                <a:ea typeface="Arial"/>
                <a:cs typeface="Arial"/>
                <a:sym typeface="Arial"/>
              </a:rPr>
              <a:t>no difference in the weights of male and female penguins. </a:t>
            </a:r>
            <a:endParaRPr b="0" i="0" sz="1050" u="none" cap="none" strike="noStrike">
              <a:solidFill>
                <a:srgbClr val="000000"/>
              </a:solidFill>
              <a:latin typeface="Arial"/>
              <a:ea typeface="Arial"/>
              <a:cs typeface="Arial"/>
              <a:sym typeface="Arial"/>
            </a:endParaRPr>
          </a:p>
          <a:p>
            <a:pPr indent="0" lvl="0" marL="0" marR="0" rtl="0" algn="l">
              <a:lnSpc>
                <a:spcPct val="150000"/>
              </a:lnSpc>
              <a:spcBef>
                <a:spcPts val="799"/>
              </a:spcBef>
              <a:spcAft>
                <a:spcPts val="0"/>
              </a:spcAft>
              <a:buNone/>
            </a:pPr>
            <a:r>
              <a:t/>
            </a:r>
            <a:endParaRPr b="0" i="0" sz="1050" u="none" cap="none" strike="noStrike">
              <a:solidFill>
                <a:srgbClr val="000000"/>
              </a:solidFill>
              <a:latin typeface="Arial"/>
              <a:ea typeface="Arial"/>
              <a:cs typeface="Arial"/>
              <a:sym typeface="Arial"/>
            </a:endParaRPr>
          </a:p>
          <a:p>
            <a:pPr indent="0" lvl="0" marL="0" marR="0" rtl="0" algn="l">
              <a:lnSpc>
                <a:spcPct val="150000"/>
              </a:lnSpc>
              <a:spcBef>
                <a:spcPts val="799"/>
              </a:spcBef>
              <a:spcAft>
                <a:spcPts val="0"/>
              </a:spcAft>
              <a:buNone/>
            </a:pPr>
            <a:r>
              <a:rPr b="1" i="0" lang="ru" sz="1050" u="none" cap="none" strike="noStrike">
                <a:solidFill>
                  <a:schemeClr val="accent2"/>
                </a:solidFill>
                <a:latin typeface="Arial"/>
                <a:ea typeface="Arial"/>
                <a:cs typeface="Arial"/>
                <a:sym typeface="Arial"/>
              </a:rPr>
              <a:t>If we want to say the male and female weights are significantly different, we have to prove the null hypothesis is wrong (or 'reject' it).</a:t>
            </a:r>
            <a:endParaRPr b="0" i="0" sz="1050" u="none" cap="none" strike="noStrike">
              <a:solidFill>
                <a:srgbClr val="000000"/>
              </a:solidFill>
              <a:latin typeface="Arial"/>
              <a:ea typeface="Arial"/>
              <a:cs typeface="Arial"/>
              <a:sym typeface="Arial"/>
            </a:endParaRPr>
          </a:p>
        </p:txBody>
      </p:sp>
      <p:pic>
        <p:nvPicPr>
          <p:cNvPr id="443" name="Google Shape;443;p31"/>
          <p:cNvPicPr preferRelativeResize="0"/>
          <p:nvPr/>
        </p:nvPicPr>
        <p:blipFill rotWithShape="1">
          <a:blip r:embed="rId4">
            <a:alphaModFix/>
          </a:blip>
          <a:srcRect b="0" l="0" r="0" t="0"/>
          <a:stretch/>
        </p:blipFill>
        <p:spPr>
          <a:xfrm>
            <a:off x="8705880" y="0"/>
            <a:ext cx="437400" cy="38988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2">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32"/>
          <p:cNvSpPr txBox="1"/>
          <p:nvPr>
            <p:ph idx="4294967295" type="title"/>
          </p:nvPr>
        </p:nvSpPr>
        <p:spPr>
          <a:xfrm>
            <a:off x="311760" y="444960"/>
            <a:ext cx="8519760" cy="572040"/>
          </a:xfrm>
          <a:prstGeom prst="rect">
            <a:avLst/>
          </a:prstGeom>
          <a:noFill/>
          <a:ln>
            <a:noFill/>
          </a:ln>
        </p:spPr>
        <p:txBody>
          <a:bodyPr anchorCtr="0" anchor="t" bIns="91425" lIns="0" spcFirstLastPara="1" rIns="0" wrap="square" tIns="91425">
            <a:normAutofit fontScale="93000"/>
          </a:bodyPr>
          <a:lstStyle/>
          <a:p>
            <a:pPr indent="0" lvl="0" marL="0" marR="0" rtl="0" algn="l">
              <a:lnSpc>
                <a:spcPct val="100000"/>
              </a:lnSpc>
              <a:spcBef>
                <a:spcPts val="0"/>
              </a:spcBef>
              <a:spcAft>
                <a:spcPts val="0"/>
              </a:spcAft>
              <a:buClr>
                <a:schemeClr val="dk1"/>
              </a:buClr>
              <a:buSzPct val="100000"/>
              <a:buFont typeface="Arial"/>
              <a:buNone/>
            </a:pPr>
            <a:r>
              <a:rPr b="0" i="0" lang="ru" sz="2800" u="none" cap="none" strike="noStrike">
                <a:solidFill>
                  <a:schemeClr val="dk1"/>
                </a:solidFill>
                <a:latin typeface="Arial"/>
                <a:ea typeface="Arial"/>
                <a:cs typeface="Arial"/>
                <a:sym typeface="Arial"/>
              </a:rPr>
              <a:t>Visualization</a:t>
            </a:r>
            <a:endParaRPr b="0" i="0" sz="2800" u="none" cap="none" strike="noStrike">
              <a:solidFill>
                <a:srgbClr val="000000"/>
              </a:solidFill>
              <a:latin typeface="Arial"/>
              <a:ea typeface="Arial"/>
              <a:cs typeface="Arial"/>
              <a:sym typeface="Arial"/>
            </a:endParaRPr>
          </a:p>
        </p:txBody>
      </p:sp>
      <p:pic>
        <p:nvPicPr>
          <p:cNvPr id="449" name="Google Shape;449;p32"/>
          <p:cNvPicPr preferRelativeResize="0"/>
          <p:nvPr/>
        </p:nvPicPr>
        <p:blipFill rotWithShape="1">
          <a:blip r:embed="rId3">
            <a:alphaModFix/>
          </a:blip>
          <a:srcRect b="0" l="0" r="0" t="0"/>
          <a:stretch/>
        </p:blipFill>
        <p:spPr>
          <a:xfrm>
            <a:off x="152280" y="1170000"/>
            <a:ext cx="7381080" cy="913680"/>
          </a:xfrm>
          <a:prstGeom prst="rect">
            <a:avLst/>
          </a:prstGeom>
          <a:noFill/>
          <a:ln>
            <a:noFill/>
          </a:ln>
        </p:spPr>
      </p:pic>
      <p:sp>
        <p:nvSpPr>
          <p:cNvPr id="450" name="Google Shape;450;p32"/>
          <p:cNvSpPr/>
          <p:nvPr/>
        </p:nvSpPr>
        <p:spPr>
          <a:xfrm>
            <a:off x="228600" y="2103120"/>
            <a:ext cx="4078440" cy="2746440"/>
          </a:xfrm>
          <a:prstGeom prst="rect">
            <a:avLst/>
          </a:prstGeom>
          <a:noFill/>
          <a:ln>
            <a:noFill/>
          </a:ln>
        </p:spPr>
        <p:txBody>
          <a:bodyPr anchorCtr="0" anchor="t" bIns="91425" lIns="90000" spcFirstLastPara="1" rIns="90000" wrap="square" tIns="91425">
            <a:spAutoFit/>
          </a:bodyPr>
          <a:lstStyle/>
          <a:p>
            <a:pPr indent="0" lvl="0" marL="0" marR="0" rtl="0" algn="l">
              <a:lnSpc>
                <a:spcPct val="150000"/>
              </a:lnSpc>
              <a:spcBef>
                <a:spcPts val="0"/>
              </a:spcBef>
              <a:spcAft>
                <a:spcPts val="0"/>
              </a:spcAft>
              <a:buNone/>
            </a:pPr>
            <a:r>
              <a:rPr b="1" i="0" lang="ru" sz="1050" u="none" cap="none" strike="noStrike">
                <a:solidFill>
                  <a:schemeClr val="accent2"/>
                </a:solidFill>
                <a:latin typeface="Arial"/>
                <a:ea typeface="Arial"/>
                <a:cs typeface="Arial"/>
                <a:sym typeface="Arial"/>
              </a:rPr>
              <a:t>t-test</a:t>
            </a:r>
            <a:r>
              <a:rPr b="0" i="0" lang="ru" sz="1050" u="none" cap="none" strike="noStrike">
                <a:solidFill>
                  <a:schemeClr val="accent2"/>
                </a:solidFill>
                <a:latin typeface="Arial"/>
                <a:ea typeface="Arial"/>
                <a:cs typeface="Arial"/>
                <a:sym typeface="Arial"/>
              </a:rPr>
              <a:t> calculates </a:t>
            </a:r>
            <a:r>
              <a:rPr b="1" i="0" lang="ru" sz="1050" u="none" cap="none" strike="noStrike">
                <a:solidFill>
                  <a:schemeClr val="accent2"/>
                </a:solidFill>
                <a:latin typeface="Arial"/>
                <a:ea typeface="Arial"/>
                <a:cs typeface="Arial"/>
                <a:sym typeface="Arial"/>
              </a:rPr>
              <a:t>how likely it is that the two distributions you are comparing are from one indistinguishable distribution or population.</a:t>
            </a:r>
            <a:endParaRPr b="0" i="0" sz="1050" u="none" cap="none" strike="noStrike">
              <a:solidFill>
                <a:srgbClr val="000000"/>
              </a:solidFill>
              <a:latin typeface="Arial"/>
              <a:ea typeface="Arial"/>
              <a:cs typeface="Arial"/>
              <a:sym typeface="Arial"/>
            </a:endParaRPr>
          </a:p>
          <a:p>
            <a:pPr indent="0" lvl="0" marL="0" marR="0" rtl="0" algn="l">
              <a:lnSpc>
                <a:spcPct val="150000"/>
              </a:lnSpc>
              <a:spcBef>
                <a:spcPts val="799"/>
              </a:spcBef>
              <a:spcAft>
                <a:spcPts val="0"/>
              </a:spcAft>
              <a:buNone/>
            </a:pPr>
            <a:r>
              <a:t/>
            </a:r>
            <a:endParaRPr b="0" i="0" sz="1050" u="none" cap="none" strike="noStrike">
              <a:solidFill>
                <a:srgbClr val="000000"/>
              </a:solidFill>
              <a:latin typeface="Arial"/>
              <a:ea typeface="Arial"/>
              <a:cs typeface="Arial"/>
              <a:sym typeface="Arial"/>
            </a:endParaRPr>
          </a:p>
          <a:p>
            <a:pPr indent="0" lvl="0" marL="0" marR="0" rtl="0" algn="l">
              <a:lnSpc>
                <a:spcPct val="150000"/>
              </a:lnSpc>
              <a:spcBef>
                <a:spcPts val="799"/>
              </a:spcBef>
              <a:spcAft>
                <a:spcPts val="0"/>
              </a:spcAft>
              <a:buNone/>
            </a:pPr>
            <a:r>
              <a:rPr b="0" i="0" lang="ru" sz="1050" u="none" cap="none" strike="noStrike">
                <a:solidFill>
                  <a:schemeClr val="accent2"/>
                </a:solidFill>
                <a:latin typeface="Arial"/>
                <a:ea typeface="Arial"/>
                <a:cs typeface="Arial"/>
                <a:sym typeface="Arial"/>
              </a:rPr>
              <a:t>In our case, if the likelihood of your data being from one indistinguishable group is greater than 5%, the null hypothesis is accepted.</a:t>
            </a:r>
            <a:endParaRPr b="0" i="0" sz="1050" u="none" cap="none" strike="noStrike">
              <a:solidFill>
                <a:srgbClr val="000000"/>
              </a:solidFill>
              <a:latin typeface="Arial"/>
              <a:ea typeface="Arial"/>
              <a:cs typeface="Arial"/>
              <a:sym typeface="Arial"/>
            </a:endParaRPr>
          </a:p>
          <a:p>
            <a:pPr indent="0" lvl="0" marL="0" marR="0" rtl="0" algn="l">
              <a:lnSpc>
                <a:spcPct val="150000"/>
              </a:lnSpc>
              <a:spcBef>
                <a:spcPts val="799"/>
              </a:spcBef>
              <a:spcAft>
                <a:spcPts val="0"/>
              </a:spcAft>
              <a:buNone/>
            </a:pPr>
            <a:r>
              <a:t/>
            </a:r>
            <a:endParaRPr b="0" i="0" sz="1050" u="none" cap="none" strike="noStrike">
              <a:solidFill>
                <a:srgbClr val="000000"/>
              </a:solidFill>
              <a:latin typeface="Arial"/>
              <a:ea typeface="Arial"/>
              <a:cs typeface="Arial"/>
              <a:sym typeface="Arial"/>
            </a:endParaRPr>
          </a:p>
          <a:p>
            <a:pPr indent="0" lvl="0" marL="0" marR="0" rtl="0" algn="l">
              <a:lnSpc>
                <a:spcPct val="150000"/>
              </a:lnSpc>
              <a:spcBef>
                <a:spcPts val="799"/>
              </a:spcBef>
              <a:spcAft>
                <a:spcPts val="0"/>
              </a:spcAft>
              <a:buNone/>
            </a:pPr>
            <a:r>
              <a:rPr b="0" i="0" lang="ru" sz="1050" u="none" cap="none" strike="noStrike">
                <a:solidFill>
                  <a:schemeClr val="accent2"/>
                </a:solidFill>
                <a:latin typeface="Arial"/>
                <a:ea typeface="Arial"/>
                <a:cs typeface="Arial"/>
                <a:sym typeface="Arial"/>
              </a:rPr>
              <a:t>“Likelihood” is what?</a:t>
            </a:r>
            <a:endParaRPr b="0" i="0" sz="1050" u="none" cap="none" strike="noStrike">
              <a:solidFill>
                <a:srgbClr val="000000"/>
              </a:solidFill>
              <a:latin typeface="Arial"/>
              <a:ea typeface="Arial"/>
              <a:cs typeface="Arial"/>
              <a:sym typeface="Arial"/>
            </a:endParaRPr>
          </a:p>
        </p:txBody>
      </p:sp>
      <p:pic>
        <p:nvPicPr>
          <p:cNvPr id="451" name="Google Shape;451;p32"/>
          <p:cNvPicPr preferRelativeResize="0"/>
          <p:nvPr/>
        </p:nvPicPr>
        <p:blipFill rotWithShape="1">
          <a:blip r:embed="rId4">
            <a:alphaModFix/>
          </a:blip>
          <a:srcRect b="0" l="0" r="0" t="0"/>
          <a:stretch/>
        </p:blipFill>
        <p:spPr>
          <a:xfrm>
            <a:off x="4307760" y="1760760"/>
            <a:ext cx="4523760" cy="3247200"/>
          </a:xfrm>
          <a:prstGeom prst="rect">
            <a:avLst/>
          </a:prstGeom>
          <a:noFill/>
          <a:ln>
            <a:noFill/>
          </a:ln>
        </p:spPr>
      </p:pic>
      <p:pic>
        <p:nvPicPr>
          <p:cNvPr id="452" name="Google Shape;452;p32"/>
          <p:cNvPicPr preferRelativeResize="0"/>
          <p:nvPr/>
        </p:nvPicPr>
        <p:blipFill rotWithShape="1">
          <a:blip r:embed="rId5">
            <a:alphaModFix/>
          </a:blip>
          <a:srcRect b="0" l="0" r="0" t="0"/>
          <a:stretch/>
        </p:blipFill>
        <p:spPr>
          <a:xfrm>
            <a:off x="8705880" y="0"/>
            <a:ext cx="437400" cy="38988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33"/>
          <p:cNvSpPr txBox="1"/>
          <p:nvPr>
            <p:ph idx="4294967295" type="title"/>
          </p:nvPr>
        </p:nvSpPr>
        <p:spPr>
          <a:xfrm>
            <a:off x="311760" y="444960"/>
            <a:ext cx="8519760" cy="572040"/>
          </a:xfrm>
          <a:prstGeom prst="rect">
            <a:avLst/>
          </a:prstGeom>
          <a:noFill/>
          <a:ln>
            <a:noFill/>
          </a:ln>
        </p:spPr>
        <p:txBody>
          <a:bodyPr anchorCtr="0" anchor="t" bIns="91425" lIns="0" spcFirstLastPara="1" rIns="0" wrap="square" tIns="91425">
            <a:normAutofit fontScale="93000"/>
          </a:bodyPr>
          <a:lstStyle/>
          <a:p>
            <a:pPr indent="0" lvl="0" marL="0" marR="0" rtl="0" algn="l">
              <a:lnSpc>
                <a:spcPct val="100000"/>
              </a:lnSpc>
              <a:spcBef>
                <a:spcPts val="0"/>
              </a:spcBef>
              <a:spcAft>
                <a:spcPts val="0"/>
              </a:spcAft>
              <a:buClr>
                <a:schemeClr val="dk1"/>
              </a:buClr>
              <a:buSzPct val="100000"/>
              <a:buFont typeface="Arial"/>
              <a:buNone/>
            </a:pPr>
            <a:r>
              <a:rPr b="0" i="0" lang="ru" sz="2800" u="none" cap="none" strike="noStrike">
                <a:solidFill>
                  <a:schemeClr val="dk1"/>
                </a:solidFill>
                <a:latin typeface="Arial"/>
                <a:ea typeface="Arial"/>
                <a:cs typeface="Arial"/>
                <a:sym typeface="Arial"/>
              </a:rPr>
              <a:t>Testing hypothesis</a:t>
            </a:r>
            <a:endParaRPr b="0" i="0" sz="2800" u="none" cap="none" strike="noStrike">
              <a:solidFill>
                <a:srgbClr val="000000"/>
              </a:solidFill>
              <a:latin typeface="Arial"/>
              <a:ea typeface="Arial"/>
              <a:cs typeface="Arial"/>
              <a:sym typeface="Arial"/>
            </a:endParaRPr>
          </a:p>
        </p:txBody>
      </p:sp>
      <p:pic>
        <p:nvPicPr>
          <p:cNvPr id="458" name="Google Shape;458;p33"/>
          <p:cNvPicPr preferRelativeResize="0"/>
          <p:nvPr/>
        </p:nvPicPr>
        <p:blipFill rotWithShape="1">
          <a:blip r:embed="rId3">
            <a:alphaModFix/>
          </a:blip>
          <a:srcRect b="0" l="0" r="0" t="0"/>
          <a:stretch/>
        </p:blipFill>
        <p:spPr>
          <a:xfrm>
            <a:off x="152280" y="1170000"/>
            <a:ext cx="5104800" cy="484920"/>
          </a:xfrm>
          <a:prstGeom prst="rect">
            <a:avLst/>
          </a:prstGeom>
          <a:noFill/>
          <a:ln>
            <a:noFill/>
          </a:ln>
        </p:spPr>
      </p:pic>
      <p:sp>
        <p:nvSpPr>
          <p:cNvPr id="459" name="Google Shape;459;p33"/>
          <p:cNvSpPr/>
          <p:nvPr/>
        </p:nvSpPr>
        <p:spPr>
          <a:xfrm>
            <a:off x="152280" y="1828800"/>
            <a:ext cx="8469360" cy="422280"/>
          </a:xfrm>
          <a:prstGeom prst="rect">
            <a:avLst/>
          </a:prstGeom>
          <a:noFill/>
          <a:ln>
            <a:noFill/>
          </a:ln>
        </p:spPr>
        <p:txBody>
          <a:bodyPr anchorCtr="0" anchor="t" bIns="91425" lIns="90000" spcFirstLastPara="1" rIns="90000" wrap="square" tIns="91425">
            <a:spAutoFit/>
          </a:bodyPr>
          <a:lstStyle/>
          <a:p>
            <a:pPr indent="0" lvl="0" marL="0" marR="0" rtl="0" algn="l">
              <a:lnSpc>
                <a:spcPct val="150000"/>
              </a:lnSpc>
              <a:spcBef>
                <a:spcPts val="0"/>
              </a:spcBef>
              <a:spcAft>
                <a:spcPts val="0"/>
              </a:spcAft>
              <a:buNone/>
            </a:pPr>
            <a:r>
              <a:rPr b="0" i="0" lang="ru" sz="1050" u="none" cap="none" strike="noStrike">
                <a:solidFill>
                  <a:schemeClr val="accent2"/>
                </a:solidFill>
                <a:latin typeface="Arial"/>
                <a:ea typeface="Arial"/>
                <a:cs typeface="Arial"/>
                <a:sym typeface="Arial"/>
              </a:rPr>
              <a:t>Weight differences between male and female penguins are statistically significant.</a:t>
            </a:r>
            <a:endParaRPr b="0" i="0" sz="1050" u="none" cap="none" strike="noStrike">
              <a:solidFill>
                <a:srgbClr val="000000"/>
              </a:solidFill>
              <a:latin typeface="Arial"/>
              <a:ea typeface="Arial"/>
              <a:cs typeface="Arial"/>
              <a:sym typeface="Arial"/>
            </a:endParaRPr>
          </a:p>
        </p:txBody>
      </p:sp>
      <p:sp>
        <p:nvSpPr>
          <p:cNvPr id="460" name="Google Shape;460;p33"/>
          <p:cNvSpPr/>
          <p:nvPr/>
        </p:nvSpPr>
        <p:spPr>
          <a:xfrm>
            <a:off x="152280" y="3573000"/>
            <a:ext cx="7326360" cy="422280"/>
          </a:xfrm>
          <a:prstGeom prst="rect">
            <a:avLst/>
          </a:prstGeom>
          <a:noFill/>
          <a:ln>
            <a:noFill/>
          </a:ln>
        </p:spPr>
        <p:txBody>
          <a:bodyPr anchorCtr="0" anchor="t" bIns="91425" lIns="90000" spcFirstLastPara="1" rIns="90000" wrap="square" tIns="91425">
            <a:spAutoFit/>
          </a:bodyPr>
          <a:lstStyle/>
          <a:p>
            <a:pPr indent="0" lvl="0" marL="0" marR="0" rtl="0" algn="l">
              <a:lnSpc>
                <a:spcPct val="150000"/>
              </a:lnSpc>
              <a:spcBef>
                <a:spcPts val="0"/>
              </a:spcBef>
              <a:spcAft>
                <a:spcPts val="0"/>
              </a:spcAft>
              <a:buNone/>
            </a:pPr>
            <a:r>
              <a:rPr b="1" i="1" lang="ru" sz="1050" u="none" cap="none" strike="noStrike">
                <a:solidFill>
                  <a:schemeClr val="accent2"/>
                </a:solidFill>
                <a:latin typeface="Arial"/>
                <a:ea typeface="Arial"/>
                <a:cs typeface="Arial"/>
                <a:sym typeface="Arial"/>
              </a:rPr>
              <a:t>Hypothesis 2: Males have significantly longer bills than females.</a:t>
            </a:r>
            <a:endParaRPr b="0" i="0" sz="1050" u="none" cap="none" strike="noStrike">
              <a:solidFill>
                <a:srgbClr val="000000"/>
              </a:solidFill>
              <a:latin typeface="Arial"/>
              <a:ea typeface="Arial"/>
              <a:cs typeface="Arial"/>
              <a:sym typeface="Arial"/>
            </a:endParaRPr>
          </a:p>
        </p:txBody>
      </p:sp>
      <p:pic>
        <p:nvPicPr>
          <p:cNvPr id="461" name="Google Shape;461;p33"/>
          <p:cNvPicPr preferRelativeResize="0"/>
          <p:nvPr/>
        </p:nvPicPr>
        <p:blipFill rotWithShape="1">
          <a:blip r:embed="rId4">
            <a:alphaModFix/>
          </a:blip>
          <a:srcRect b="0" l="0" r="0" t="0"/>
          <a:stretch/>
        </p:blipFill>
        <p:spPr>
          <a:xfrm>
            <a:off x="152280" y="2327400"/>
            <a:ext cx="5923800" cy="551880"/>
          </a:xfrm>
          <a:prstGeom prst="rect">
            <a:avLst/>
          </a:prstGeom>
          <a:noFill/>
          <a:ln>
            <a:noFill/>
          </a:ln>
        </p:spPr>
      </p:pic>
      <p:sp>
        <p:nvSpPr>
          <p:cNvPr id="462" name="Google Shape;462;p33"/>
          <p:cNvSpPr/>
          <p:nvPr/>
        </p:nvSpPr>
        <p:spPr>
          <a:xfrm>
            <a:off x="152280" y="2971800"/>
            <a:ext cx="8469360" cy="422280"/>
          </a:xfrm>
          <a:prstGeom prst="rect">
            <a:avLst/>
          </a:prstGeom>
          <a:noFill/>
          <a:ln>
            <a:noFill/>
          </a:ln>
        </p:spPr>
        <p:txBody>
          <a:bodyPr anchorCtr="0" anchor="t" bIns="91425" lIns="90000" spcFirstLastPara="1" rIns="90000" wrap="square" tIns="91425">
            <a:spAutoFit/>
          </a:bodyPr>
          <a:lstStyle/>
          <a:p>
            <a:pPr indent="0" lvl="0" marL="0" marR="0" rtl="0" algn="l">
              <a:lnSpc>
                <a:spcPct val="150000"/>
              </a:lnSpc>
              <a:spcBef>
                <a:spcPts val="0"/>
              </a:spcBef>
              <a:spcAft>
                <a:spcPts val="0"/>
              </a:spcAft>
              <a:buNone/>
            </a:pPr>
            <a:r>
              <a:rPr b="0" i="0" lang="ru" sz="1050" u="none" cap="none" strike="noStrike">
                <a:solidFill>
                  <a:schemeClr val="accent2"/>
                </a:solidFill>
                <a:latin typeface="Arial"/>
                <a:ea typeface="Arial"/>
                <a:cs typeface="Arial"/>
                <a:sym typeface="Arial"/>
              </a:rPr>
              <a:t>Weight of male penguins is significantly higher than for female.</a:t>
            </a:r>
            <a:endParaRPr b="0" i="0" sz="1050" u="none" cap="none" strike="noStrike">
              <a:solidFill>
                <a:srgbClr val="000000"/>
              </a:solidFill>
              <a:latin typeface="Arial"/>
              <a:ea typeface="Arial"/>
              <a:cs typeface="Arial"/>
              <a:sym typeface="Arial"/>
            </a:endParaRPr>
          </a:p>
        </p:txBody>
      </p:sp>
      <p:pic>
        <p:nvPicPr>
          <p:cNvPr id="463" name="Google Shape;463;p33"/>
          <p:cNvPicPr preferRelativeResize="0"/>
          <p:nvPr/>
        </p:nvPicPr>
        <p:blipFill rotWithShape="1">
          <a:blip r:embed="rId5">
            <a:alphaModFix/>
          </a:blip>
          <a:srcRect b="0" l="0" r="0" t="0"/>
          <a:stretch/>
        </p:blipFill>
        <p:spPr>
          <a:xfrm>
            <a:off x="152280" y="4071600"/>
            <a:ext cx="6466680" cy="551880"/>
          </a:xfrm>
          <a:prstGeom prst="rect">
            <a:avLst/>
          </a:prstGeom>
          <a:noFill/>
          <a:ln>
            <a:noFill/>
          </a:ln>
        </p:spPr>
      </p:pic>
      <p:pic>
        <p:nvPicPr>
          <p:cNvPr id="464" name="Google Shape;464;p33"/>
          <p:cNvPicPr preferRelativeResize="0"/>
          <p:nvPr/>
        </p:nvPicPr>
        <p:blipFill rotWithShape="1">
          <a:blip r:embed="rId6">
            <a:alphaModFix/>
          </a:blip>
          <a:srcRect b="0" l="0" r="0" t="0"/>
          <a:stretch/>
        </p:blipFill>
        <p:spPr>
          <a:xfrm>
            <a:off x="8705880" y="0"/>
            <a:ext cx="437400" cy="38988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34"/>
          <p:cNvSpPr txBox="1"/>
          <p:nvPr>
            <p:ph idx="4294967295" type="title"/>
          </p:nvPr>
        </p:nvSpPr>
        <p:spPr>
          <a:xfrm>
            <a:off x="311760" y="444960"/>
            <a:ext cx="8519760" cy="572040"/>
          </a:xfrm>
          <a:prstGeom prst="rect">
            <a:avLst/>
          </a:prstGeom>
          <a:noFill/>
          <a:ln>
            <a:noFill/>
          </a:ln>
        </p:spPr>
        <p:txBody>
          <a:bodyPr anchorCtr="0" anchor="t" bIns="91425" lIns="0" spcFirstLastPara="1" rIns="0" wrap="square" tIns="91425">
            <a:normAutofit fontScale="91000"/>
          </a:bodyPr>
          <a:lstStyle/>
          <a:p>
            <a:pPr indent="0" lvl="0" marL="0" marR="0" rtl="0" algn="l">
              <a:lnSpc>
                <a:spcPct val="100000"/>
              </a:lnSpc>
              <a:spcBef>
                <a:spcPts val="0"/>
              </a:spcBef>
              <a:spcAft>
                <a:spcPts val="0"/>
              </a:spcAft>
              <a:buClr>
                <a:schemeClr val="dk1"/>
              </a:buClr>
              <a:buSzPct val="100000"/>
              <a:buFont typeface="Arial"/>
              <a:buNone/>
            </a:pPr>
            <a:r>
              <a:rPr b="0" i="0" lang="ru" sz="2800" u="none" cap="none" strike="noStrike">
                <a:solidFill>
                  <a:schemeClr val="dk1"/>
                </a:solidFill>
                <a:latin typeface="Arial"/>
                <a:ea typeface="Arial"/>
                <a:cs typeface="Arial"/>
                <a:sym typeface="Arial"/>
              </a:rPr>
              <a:t>HomeWork#1, use </a:t>
            </a:r>
            <a:r>
              <a:rPr b="0" i="0" lang="ru" sz="1470" u="none" cap="none" strike="noStrike">
                <a:solidFill>
                  <a:schemeClr val="dk1"/>
                </a:solidFill>
                <a:latin typeface="Arial"/>
                <a:ea typeface="Arial"/>
                <a:cs typeface="Arial"/>
                <a:sym typeface="Arial"/>
              </a:rPr>
              <a:t>https://github.com/mwaskom/seaborn-data/blob/master/penguins.csv</a:t>
            </a:r>
            <a:endParaRPr b="0" i="0" sz="147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SzPct val="100000"/>
              <a:buFont typeface="Arial"/>
              <a:buNone/>
            </a:pPr>
            <a:r>
              <a:t/>
            </a:r>
            <a:endParaRPr b="0" i="0" sz="2800" u="none" cap="none" strike="noStrike">
              <a:solidFill>
                <a:srgbClr val="000000"/>
              </a:solidFill>
              <a:latin typeface="Arial"/>
              <a:ea typeface="Arial"/>
              <a:cs typeface="Arial"/>
              <a:sym typeface="Arial"/>
            </a:endParaRPr>
          </a:p>
        </p:txBody>
      </p:sp>
      <p:sp>
        <p:nvSpPr>
          <p:cNvPr id="470" name="Google Shape;470;p34"/>
          <p:cNvSpPr txBox="1"/>
          <p:nvPr>
            <p:ph idx="4294967295" type="body"/>
          </p:nvPr>
        </p:nvSpPr>
        <p:spPr>
          <a:xfrm>
            <a:off x="311760" y="1152360"/>
            <a:ext cx="8519760" cy="3415680"/>
          </a:xfrm>
          <a:prstGeom prst="rect">
            <a:avLst/>
          </a:prstGeom>
          <a:noFill/>
          <a:ln>
            <a:noFill/>
          </a:ln>
        </p:spPr>
        <p:txBody>
          <a:bodyPr anchorCtr="0" anchor="t" bIns="91425" lIns="0" spcFirstLastPara="1" rIns="0" wrap="square" tIns="91425">
            <a:normAutofit/>
          </a:bodyPr>
          <a:lstStyle/>
          <a:p>
            <a:pPr indent="0" lvl="0" marL="457200" marR="0" rtl="0" algn="l">
              <a:lnSpc>
                <a:spcPct val="143000"/>
              </a:lnSpc>
              <a:spcBef>
                <a:spcPts val="0"/>
              </a:spcBef>
              <a:spcAft>
                <a:spcPts val="0"/>
              </a:spcAft>
              <a:buClr>
                <a:schemeClr val="dk1"/>
              </a:buClr>
              <a:buSzPts val="1100"/>
              <a:buFont typeface="Arial"/>
              <a:buNone/>
            </a:pPr>
            <a:r>
              <a:rPr b="1" i="0" lang="ru" sz="1100" u="none" cap="none" strike="noStrike">
                <a:solidFill>
                  <a:schemeClr val="dk1"/>
                </a:solidFill>
                <a:latin typeface="Arial"/>
                <a:ea typeface="Arial"/>
                <a:cs typeface="Arial"/>
                <a:sym typeface="Arial"/>
              </a:rPr>
              <a:t>Visualization</a:t>
            </a:r>
            <a:endParaRPr b="0" i="0" sz="1100" u="none" cap="none" strike="noStrike">
              <a:solidFill>
                <a:srgbClr val="000000"/>
              </a:solidFill>
              <a:latin typeface="Arial"/>
              <a:ea typeface="Arial"/>
              <a:cs typeface="Arial"/>
              <a:sym typeface="Arial"/>
            </a:endParaRPr>
          </a:p>
          <a:p>
            <a:pPr indent="-298440" lvl="0" marL="457200" marR="0" rtl="0" algn="l">
              <a:lnSpc>
                <a:spcPct val="143000"/>
              </a:lnSpc>
              <a:spcBef>
                <a:spcPts val="700"/>
              </a:spcBef>
              <a:spcAft>
                <a:spcPts val="0"/>
              </a:spcAft>
              <a:buClr>
                <a:srgbClr val="000000"/>
              </a:buClr>
              <a:buSzPts val="1100"/>
              <a:buFont typeface="Arial"/>
              <a:buAutoNum type="arabicParenR"/>
            </a:pPr>
            <a:r>
              <a:rPr b="0" i="0" lang="ru" sz="1100" u="none" cap="none" strike="noStrike">
                <a:solidFill>
                  <a:schemeClr val="dk1"/>
                </a:solidFill>
                <a:latin typeface="Arial"/>
                <a:ea typeface="Arial"/>
                <a:cs typeface="Arial"/>
                <a:sym typeface="Arial"/>
              </a:rPr>
              <a:t>Plot the </a:t>
            </a:r>
            <a:r>
              <a:rPr b="1" i="0" lang="ru" sz="1100" u="none" cap="none" strike="noStrike">
                <a:solidFill>
                  <a:schemeClr val="dk1"/>
                </a:solidFill>
                <a:latin typeface="Arial"/>
                <a:ea typeface="Arial"/>
                <a:cs typeface="Arial"/>
                <a:sym typeface="Arial"/>
              </a:rPr>
              <a:t>histogram</a:t>
            </a:r>
            <a:r>
              <a:rPr b="0" i="0" lang="ru" sz="1100" u="none" cap="none" strike="noStrike">
                <a:solidFill>
                  <a:schemeClr val="dk1"/>
                </a:solidFill>
                <a:latin typeface="Arial"/>
                <a:ea typeface="Arial"/>
                <a:cs typeface="Arial"/>
                <a:sym typeface="Arial"/>
              </a:rPr>
              <a:t> for Chinstrap body mass yourself, using Series Index 2 for color, with 0.5 transparency.</a:t>
            </a:r>
            <a:endParaRPr b="0" i="0" sz="1100" u="none" cap="none" strike="noStrike">
              <a:solidFill>
                <a:srgbClr val="000000"/>
              </a:solidFill>
              <a:latin typeface="Arial"/>
              <a:ea typeface="Arial"/>
              <a:cs typeface="Arial"/>
              <a:sym typeface="Arial"/>
            </a:endParaRPr>
          </a:p>
          <a:p>
            <a:pPr indent="-298440" lvl="0" marL="457200" marR="0" rtl="0" algn="l">
              <a:lnSpc>
                <a:spcPct val="143000"/>
              </a:lnSpc>
              <a:spcBef>
                <a:spcPts val="0"/>
              </a:spcBef>
              <a:spcAft>
                <a:spcPts val="0"/>
              </a:spcAft>
              <a:buClr>
                <a:srgbClr val="000000"/>
              </a:buClr>
              <a:buSzPts val="1100"/>
              <a:buFont typeface="Arial"/>
              <a:buAutoNum type="arabicParenR"/>
            </a:pPr>
            <a:r>
              <a:rPr b="0" i="0" lang="ru" sz="1100" u="none" cap="none" strike="noStrike">
                <a:solidFill>
                  <a:schemeClr val="dk1"/>
                </a:solidFill>
                <a:latin typeface="Arial"/>
                <a:ea typeface="Arial"/>
                <a:cs typeface="Arial"/>
                <a:sym typeface="Arial"/>
              </a:rPr>
              <a:t>Do the same for Adelie body mass (the same figure), with Series Index 4 for color and 0.5 transparency.</a:t>
            </a:r>
            <a:endParaRPr b="0" i="0" sz="1100" u="none" cap="none" strike="noStrike">
              <a:solidFill>
                <a:srgbClr val="000000"/>
              </a:solidFill>
              <a:latin typeface="Arial"/>
              <a:ea typeface="Arial"/>
              <a:cs typeface="Arial"/>
              <a:sym typeface="Arial"/>
            </a:endParaRPr>
          </a:p>
          <a:p>
            <a:pPr indent="-298440" lvl="0" marL="457200" marR="0" rtl="0" algn="l">
              <a:lnSpc>
                <a:spcPct val="143000"/>
              </a:lnSpc>
              <a:spcBef>
                <a:spcPts val="0"/>
              </a:spcBef>
              <a:spcAft>
                <a:spcPts val="0"/>
              </a:spcAft>
              <a:buClr>
                <a:srgbClr val="000000"/>
              </a:buClr>
              <a:buSzPts val="1100"/>
              <a:buFont typeface="Arial"/>
              <a:buAutoNum type="arabicParenR"/>
            </a:pPr>
            <a:r>
              <a:rPr b="0" i="0" lang="ru" sz="1100" u="none" cap="none" strike="noStrike">
                <a:solidFill>
                  <a:schemeClr val="dk1"/>
                </a:solidFill>
                <a:latin typeface="Arial"/>
                <a:ea typeface="Arial"/>
                <a:cs typeface="Arial"/>
                <a:sym typeface="Arial"/>
              </a:rPr>
              <a:t>Turn the plotting hold off.</a:t>
            </a:r>
            <a:endParaRPr b="0" i="0" sz="1100" u="none" cap="none" strike="noStrike">
              <a:solidFill>
                <a:srgbClr val="000000"/>
              </a:solidFill>
              <a:latin typeface="Arial"/>
              <a:ea typeface="Arial"/>
              <a:cs typeface="Arial"/>
              <a:sym typeface="Arial"/>
            </a:endParaRPr>
          </a:p>
          <a:p>
            <a:pPr indent="-298440" lvl="0" marL="457200" marR="0" rtl="0" algn="l">
              <a:lnSpc>
                <a:spcPct val="143000"/>
              </a:lnSpc>
              <a:spcBef>
                <a:spcPts val="0"/>
              </a:spcBef>
              <a:spcAft>
                <a:spcPts val="0"/>
              </a:spcAft>
              <a:buClr>
                <a:srgbClr val="000000"/>
              </a:buClr>
              <a:buSzPts val="1100"/>
              <a:buFont typeface="Arial"/>
              <a:buAutoNum type="arabicParenR"/>
            </a:pPr>
            <a:r>
              <a:rPr b="0" i="0" lang="ru" sz="1100" u="none" cap="none" strike="noStrike">
                <a:solidFill>
                  <a:schemeClr val="dk1"/>
                </a:solidFill>
                <a:latin typeface="Arial"/>
                <a:ea typeface="Arial"/>
                <a:cs typeface="Arial"/>
                <a:sym typeface="Arial"/>
              </a:rPr>
              <a:t>Add x and y labels to your chart, as well as a relevant title.</a:t>
            </a:r>
            <a:endParaRPr b="0" i="0" sz="1100" u="none" cap="none" strike="noStrike">
              <a:solidFill>
                <a:srgbClr val="000000"/>
              </a:solidFill>
              <a:latin typeface="Arial"/>
              <a:ea typeface="Arial"/>
              <a:cs typeface="Arial"/>
              <a:sym typeface="Arial"/>
            </a:endParaRPr>
          </a:p>
          <a:p>
            <a:pPr indent="-298440" lvl="0" marL="457200" marR="0" rtl="0" algn="l">
              <a:lnSpc>
                <a:spcPct val="143000"/>
              </a:lnSpc>
              <a:spcBef>
                <a:spcPts val="0"/>
              </a:spcBef>
              <a:spcAft>
                <a:spcPts val="0"/>
              </a:spcAft>
              <a:buClr>
                <a:srgbClr val="000000"/>
              </a:buClr>
              <a:buSzPts val="1100"/>
              <a:buFont typeface="Arial"/>
              <a:buAutoNum type="arabicParenR"/>
            </a:pPr>
            <a:r>
              <a:rPr b="0" i="0" lang="ru" sz="1100" u="none" cap="none" strike="noStrike">
                <a:solidFill>
                  <a:schemeClr val="dk1"/>
                </a:solidFill>
                <a:latin typeface="Arial"/>
                <a:ea typeface="Arial"/>
                <a:cs typeface="Arial"/>
                <a:sym typeface="Arial"/>
              </a:rPr>
              <a:t>Add a labeled legend for clarity.</a:t>
            </a:r>
            <a:br>
              <a:rPr b="0" i="0" lang="ru" sz="1100" u="none" cap="none" strike="noStrike"/>
            </a:br>
            <a:r>
              <a:rPr b="1" i="0" lang="ru" sz="1100" u="none" cap="none" strike="noStrike">
                <a:solidFill>
                  <a:schemeClr val="dk1"/>
                </a:solidFill>
                <a:latin typeface="Arial"/>
                <a:ea typeface="Arial"/>
                <a:cs typeface="Arial"/>
                <a:sym typeface="Arial"/>
              </a:rPr>
              <a:t>Descriptive statistics</a:t>
            </a:r>
            <a:endParaRPr b="0" i="0" sz="1100" u="none" cap="none" strike="noStrike">
              <a:solidFill>
                <a:srgbClr val="000000"/>
              </a:solidFill>
              <a:latin typeface="Arial"/>
              <a:ea typeface="Arial"/>
              <a:cs typeface="Arial"/>
              <a:sym typeface="Arial"/>
            </a:endParaRPr>
          </a:p>
          <a:p>
            <a:pPr indent="-298440" lvl="0" marL="457200" marR="0" rtl="0" algn="l">
              <a:lnSpc>
                <a:spcPct val="143000"/>
              </a:lnSpc>
              <a:spcBef>
                <a:spcPts val="0"/>
              </a:spcBef>
              <a:spcAft>
                <a:spcPts val="0"/>
              </a:spcAft>
              <a:buClr>
                <a:srgbClr val="000000"/>
              </a:buClr>
              <a:buSzPts val="1100"/>
              <a:buFont typeface="Arial"/>
              <a:buAutoNum type="arabicParenR"/>
            </a:pPr>
            <a:r>
              <a:rPr b="0" i="0" lang="ru" sz="1100" u="none" cap="none" strike="noStrike">
                <a:solidFill>
                  <a:schemeClr val="dk1"/>
                </a:solidFill>
                <a:latin typeface="Arial"/>
                <a:ea typeface="Arial"/>
                <a:cs typeface="Arial"/>
                <a:sym typeface="Arial"/>
              </a:rPr>
              <a:t>Add the code for the main descriptive statistics summaries and calculate correlation between flipper length and body mass.</a:t>
            </a:r>
            <a:br>
              <a:rPr b="0" i="0" lang="ru" sz="1100" u="none" cap="none" strike="noStrike"/>
            </a:br>
            <a:r>
              <a:rPr b="1" i="0" lang="ru" sz="1100" u="none" cap="none" strike="noStrike">
                <a:solidFill>
                  <a:schemeClr val="dk1"/>
                </a:solidFill>
                <a:latin typeface="Arial"/>
                <a:ea typeface="Arial"/>
                <a:cs typeface="Arial"/>
                <a:sym typeface="Arial"/>
              </a:rPr>
              <a:t>Test Hypothesis</a:t>
            </a:r>
            <a:endParaRPr b="0" i="0" sz="1100" u="none" cap="none" strike="noStrike">
              <a:solidFill>
                <a:srgbClr val="000000"/>
              </a:solidFill>
              <a:latin typeface="Arial"/>
              <a:ea typeface="Arial"/>
              <a:cs typeface="Arial"/>
              <a:sym typeface="Arial"/>
            </a:endParaRPr>
          </a:p>
          <a:p>
            <a:pPr indent="-298440" lvl="0" marL="457200" marR="0" rtl="0" algn="l">
              <a:lnSpc>
                <a:spcPct val="143000"/>
              </a:lnSpc>
              <a:spcBef>
                <a:spcPts val="0"/>
              </a:spcBef>
              <a:spcAft>
                <a:spcPts val="0"/>
              </a:spcAft>
              <a:buClr>
                <a:srgbClr val="000000"/>
              </a:buClr>
              <a:buSzPts val="1100"/>
              <a:buFont typeface="Arial"/>
              <a:buAutoNum type="arabicParenR"/>
            </a:pPr>
            <a:r>
              <a:rPr b="0" i="0" lang="ru" sz="1100" u="none" cap="none" strike="noStrike">
                <a:solidFill>
                  <a:schemeClr val="dk1"/>
                </a:solidFill>
                <a:latin typeface="Arial"/>
                <a:ea typeface="Arial"/>
                <a:cs typeface="Arial"/>
                <a:sym typeface="Arial"/>
              </a:rPr>
              <a:t>H1: Chinstrap penguins are significantly larger than Adelie penguins.</a:t>
            </a:r>
            <a:br>
              <a:rPr b="0" i="0" lang="ru" sz="1100" u="none" cap="none" strike="noStrike"/>
            </a:br>
            <a:r>
              <a:rPr b="0" i="0" lang="ru" sz="1100" u="none" cap="none" strike="noStrike">
                <a:solidFill>
                  <a:schemeClr val="dk1"/>
                </a:solidFill>
                <a:latin typeface="Arial"/>
                <a:ea typeface="Arial"/>
                <a:cs typeface="Arial"/>
                <a:sym typeface="Arial"/>
              </a:rPr>
              <a:t> </a:t>
            </a:r>
            <a:endParaRPr b="0" i="0" sz="1100" u="none" cap="none" strike="noStrike">
              <a:solidFill>
                <a:srgbClr val="000000"/>
              </a:solidFill>
              <a:latin typeface="Arial"/>
              <a:ea typeface="Arial"/>
              <a:cs typeface="Arial"/>
              <a:sym typeface="Arial"/>
            </a:endParaRPr>
          </a:p>
          <a:p>
            <a:pPr indent="0" lvl="0" marL="0" marR="0" rtl="0" algn="l">
              <a:lnSpc>
                <a:spcPct val="143000"/>
              </a:lnSpc>
              <a:spcBef>
                <a:spcPts val="700"/>
              </a:spcBef>
              <a:spcAft>
                <a:spcPts val="0"/>
              </a:spcAft>
              <a:buClr>
                <a:schemeClr val="dk1"/>
              </a:buClr>
              <a:buSzPts val="1100"/>
              <a:buFont typeface="Arial"/>
              <a:buNone/>
            </a:pPr>
            <a:r>
              <a:rPr b="0" i="0" lang="ru" sz="1100" u="none" cap="none" strike="noStrike">
                <a:solidFill>
                  <a:schemeClr val="dk1"/>
                </a:solidFill>
                <a:latin typeface="Arial"/>
                <a:ea typeface="Arial"/>
                <a:cs typeface="Arial"/>
                <a:sym typeface="Arial"/>
              </a:rPr>
              <a:t>*Send the Name_HW1.mlx or Name_HW1.m files to </a:t>
            </a:r>
            <a:r>
              <a:rPr b="0" i="0" lang="ru" sz="1100" u="sng" cap="none" strike="noStrike">
                <a:solidFill>
                  <a:schemeClr val="hlink"/>
                </a:solidFill>
                <a:latin typeface="Arial"/>
                <a:ea typeface="Arial"/>
                <a:cs typeface="Arial"/>
                <a:sym typeface="Arial"/>
                <a:hlinkClick r:id="rId3"/>
              </a:rPr>
              <a:t>elizavetar@campus.technion.ac.il</a:t>
            </a:r>
            <a:r>
              <a:rPr b="0" i="0" lang="ru" sz="1100" u="none" cap="none" strike="noStrike">
                <a:solidFill>
                  <a:schemeClr val="dk1"/>
                </a:solidFill>
                <a:latin typeface="Arial"/>
                <a:ea typeface="Arial"/>
                <a:cs typeface="Arial"/>
                <a:sym typeface="Arial"/>
              </a:rPr>
              <a:t> before 19/04/2</a:t>
            </a:r>
            <a:r>
              <a:rPr lang="ru" sz="1100">
                <a:solidFill>
                  <a:schemeClr val="dk1"/>
                </a:solidFill>
              </a:rPr>
              <a:t>6</a:t>
            </a:r>
            <a:endParaRPr b="0" i="0" sz="1100" u="none" cap="none" strike="noStrike">
              <a:solidFill>
                <a:srgbClr val="000000"/>
              </a:solidFill>
              <a:latin typeface="Arial"/>
              <a:ea typeface="Arial"/>
              <a:cs typeface="Arial"/>
              <a:sym typeface="Arial"/>
            </a:endParaRPr>
          </a:p>
        </p:txBody>
      </p:sp>
      <p:pic>
        <p:nvPicPr>
          <p:cNvPr id="471" name="Google Shape;471;p34"/>
          <p:cNvPicPr preferRelativeResize="0"/>
          <p:nvPr/>
        </p:nvPicPr>
        <p:blipFill rotWithShape="1">
          <a:blip r:embed="rId4">
            <a:alphaModFix/>
          </a:blip>
          <a:srcRect b="0" l="0" r="0" t="0"/>
          <a:stretch/>
        </p:blipFill>
        <p:spPr>
          <a:xfrm>
            <a:off x="8705880" y="0"/>
            <a:ext cx="437400" cy="38988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

<file path=docProps/custom.xml><?xml version="1.0" encoding="utf-8"?>
<Properties xmlns="http://schemas.openxmlformats.org/officeDocument/2006/custom-properties" xmlns:vt="http://schemas.openxmlformats.org/officeDocument/2006/docPropsVTypes"/>
</file>